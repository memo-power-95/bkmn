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3"/>
  </p:notesMasterIdLst>
  <p:sldIdLst>
    <p:sldId id="436" r:id="rId2"/>
  </p:sldIdLst>
  <p:sldSz cx="9906000" cy="6858000" type="A4"/>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757" autoAdjust="0"/>
    <p:restoredTop sz="95332" autoAdjust="0"/>
  </p:normalViewPr>
  <p:slideViewPr>
    <p:cSldViewPr snapToGrid="0">
      <p:cViewPr varScale="1">
        <p:scale>
          <a:sx n="114" d="100"/>
          <a:sy n="114" d="100"/>
        </p:scale>
        <p:origin x="1074"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C56EB0B-3736-454C-BDC9-CFE6B03A8AAF}" type="datetimeFigureOut">
              <a:rPr lang="ko-KR" altLang="en-US" smtClean="0"/>
              <a:t>2026-09-18</a:t>
            </a:fld>
            <a:endParaRPr lang="ko-KR" altLang="en-US"/>
          </a:p>
        </p:txBody>
      </p:sp>
      <p:sp>
        <p:nvSpPr>
          <p:cNvPr id="4" name="슬라이드 이미지 개체 틀 3"/>
          <p:cNvSpPr>
            <a:spLocks noGrp="1" noRot="1" noChangeAspect="1"/>
          </p:cNvSpPr>
          <p:nvPr>
            <p:ph type="sldImg" idx="2"/>
          </p:nvPr>
        </p:nvSpPr>
        <p:spPr>
          <a:xfrm>
            <a:off x="1200150" y="1143000"/>
            <a:ext cx="44577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3146203-DBE1-497C-BB2D-98327BF1F7AF}" type="slidenum">
              <a:rPr lang="ko-KR" altLang="en-US" smtClean="0"/>
              <a:t>‹#›</a:t>
            </a:fld>
            <a:endParaRPr lang="ko-KR" altLang="en-US"/>
          </a:p>
        </p:txBody>
      </p:sp>
    </p:spTree>
    <p:extLst>
      <p:ext uri="{BB962C8B-B14F-4D97-AF65-F5344CB8AC3E}">
        <p14:creationId xmlns:p14="http://schemas.microsoft.com/office/powerpoint/2010/main" val="3038952834"/>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pPr defTabSz="915264">
              <a:defRPr/>
            </a:pPr>
            <a:endParaRPr lang="en-US" altLang="ko-KR" dirty="0">
              <a:solidFill>
                <a:schemeClr val="tx1"/>
              </a:solidFill>
              <a:latin typeface="Arial Narrow" pitchFamily="34" charset="0"/>
              <a:ea typeface="가는둥근제목체" pitchFamily="18" charset="-127"/>
              <a:cs typeface="Times New Roman" pitchFamily="18" charset="0"/>
            </a:endParaRPr>
          </a:p>
        </p:txBody>
      </p:sp>
      <p:sp>
        <p:nvSpPr>
          <p:cNvPr id="4" name="슬라이드 번호 개체 틀 3"/>
          <p:cNvSpPr>
            <a:spLocks noGrp="1"/>
          </p:cNvSpPr>
          <p:nvPr>
            <p:ph type="sldNum" sz="quarter" idx="10"/>
          </p:nvPr>
        </p:nvSpPr>
        <p:spPr/>
        <p:txBody>
          <a:bodyPr/>
          <a:lstStyle/>
          <a:p>
            <a:pPr marL="0" marR="0" lvl="0" indent="0" algn="r" defTabSz="914400" rtl="0" eaLnBrk="1" fontAlgn="auto" latinLnBrk="1" hangingPunct="1">
              <a:lnSpc>
                <a:spcPct val="100000"/>
              </a:lnSpc>
              <a:spcBef>
                <a:spcPts val="0"/>
              </a:spcBef>
              <a:spcAft>
                <a:spcPts val="0"/>
              </a:spcAft>
              <a:buClrTx/>
              <a:buSzTx/>
              <a:buFontTx/>
              <a:buNone/>
              <a:tabLst/>
              <a:defRPr/>
            </a:pPr>
            <a:fld id="{5443883B-7D6F-4E64-B93B-9457A9247E9C}" type="slidenum">
              <a:rPr kumimoji="0" lang="en-US" altLang="ko-KR" sz="1200" b="0" i="0" u="none" strike="noStrike" kern="1200" cap="none" spc="0" normalizeH="0" baseline="0" noProof="0" smtClean="0">
                <a:ln>
                  <a:noFill/>
                </a:ln>
                <a:solidFill>
                  <a:prstClr val="black"/>
                </a:solidFill>
                <a:effectLst/>
                <a:uLnTx/>
                <a:uFillTx/>
                <a:latin typeface="맑은 고딕"/>
                <a:ea typeface="맑은 고딕" panose="020B0503020000020004" pitchFamily="50" charset="-127"/>
                <a:cs typeface="+mn-cs"/>
              </a:rPr>
              <a:pPr marL="0" marR="0" lvl="0" indent="0" algn="r" defTabSz="914400" rtl="0" eaLnBrk="1" fontAlgn="auto" latinLnBrk="1" hangingPunct="1">
                <a:lnSpc>
                  <a:spcPct val="100000"/>
                </a:lnSpc>
                <a:spcBef>
                  <a:spcPts val="0"/>
                </a:spcBef>
                <a:spcAft>
                  <a:spcPts val="0"/>
                </a:spcAft>
                <a:buClrTx/>
                <a:buSzTx/>
                <a:buFontTx/>
                <a:buNone/>
                <a:tabLst/>
                <a:defRPr/>
              </a:pPr>
              <a:t>1</a:t>
            </a:fld>
            <a:endParaRPr kumimoji="0" lang="en-US" altLang="ko-KR" sz="1200" b="0" i="0" u="none" strike="noStrike" kern="1200" cap="none" spc="0" normalizeH="0" baseline="0" noProof="0" dirty="0">
              <a:ln>
                <a:noFill/>
              </a:ln>
              <a:solidFill>
                <a:prstClr val="black"/>
              </a:solidFill>
              <a:effectLst/>
              <a:uLnTx/>
              <a:uFillTx/>
              <a:latin typeface="맑은 고딕"/>
              <a:ea typeface="맑은 고딕" panose="020B0503020000020004" pitchFamily="50" charset="-127"/>
              <a:cs typeface="+mn-cs"/>
            </a:endParaRPr>
          </a:p>
        </p:txBody>
      </p:sp>
    </p:spTree>
    <p:extLst>
      <p:ext uri="{BB962C8B-B14F-4D97-AF65-F5344CB8AC3E}">
        <p14:creationId xmlns:p14="http://schemas.microsoft.com/office/powerpoint/2010/main" val="33832683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제목 슬라이드">
    <p:spTree>
      <p:nvGrpSpPr>
        <p:cNvPr id="1" name=""/>
        <p:cNvGrpSpPr/>
        <p:nvPr/>
      </p:nvGrpSpPr>
      <p:grpSpPr>
        <a:xfrm>
          <a:off x="0" y="0"/>
          <a:ext cx="0" cy="0"/>
          <a:chOff x="0" y="0"/>
          <a:chExt cx="0" cy="0"/>
        </a:xfrm>
      </p:grpSpPr>
    </p:spTree>
    <p:extLst>
      <p:ext uri="{BB962C8B-B14F-4D97-AF65-F5344CB8AC3E}">
        <p14:creationId xmlns:p14="http://schemas.microsoft.com/office/powerpoint/2010/main" val="161695896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Tree>
    <p:extLst>
      <p:ext uri="{BB962C8B-B14F-4D97-AF65-F5344CB8AC3E}">
        <p14:creationId xmlns:p14="http://schemas.microsoft.com/office/powerpoint/2010/main" val="1415744360"/>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7" name="Rectangle 4"/>
          <p:cNvSpPr txBox="1">
            <a:spLocks noChangeArrowheads="1"/>
          </p:cNvSpPr>
          <p:nvPr userDrawn="1"/>
        </p:nvSpPr>
        <p:spPr bwMode="auto">
          <a:xfrm>
            <a:off x="100000" y="536107"/>
            <a:ext cx="800477" cy="166199"/>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defPPr>
              <a:defRPr lang="ko-KR"/>
            </a:defPPr>
            <a:lvl1pPr eaLnBrk="1" fontAlgn="auto" hangingPunct="1">
              <a:spcAft>
                <a:spcPts val="0"/>
              </a:spcAft>
              <a:defRPr sz="2000">
                <a:solidFill>
                  <a:srgbClr val="000000"/>
                </a:solidFill>
                <a:latin typeface="Arial Narrow" panose="020B0606020202030204" pitchFamily="34" charset="0"/>
                <a:ea typeface="LG스마트체 Regular" panose="020B0600000101010101" pitchFamily="50" charset="-127"/>
                <a:cs typeface="+mj-cs"/>
              </a:defRPr>
            </a:lvl1pPr>
            <a:lvl2pPr algn="ctr" eaLnBrk="0" hangingPunct="0">
              <a:defRPr sz="4400">
                <a:solidFill>
                  <a:schemeClr val="tx2"/>
                </a:solidFill>
                <a:ea typeface="돋움" pitchFamily="50" charset="-127"/>
              </a:defRPr>
            </a:lvl2pPr>
            <a:lvl3pPr algn="ctr" eaLnBrk="0" hangingPunct="0">
              <a:defRPr sz="4400">
                <a:solidFill>
                  <a:schemeClr val="tx2"/>
                </a:solidFill>
                <a:ea typeface="돋움" pitchFamily="50" charset="-127"/>
              </a:defRPr>
            </a:lvl3pPr>
            <a:lvl4pPr algn="ctr" eaLnBrk="0" hangingPunct="0">
              <a:defRPr sz="4400">
                <a:solidFill>
                  <a:schemeClr val="tx2"/>
                </a:solidFill>
                <a:ea typeface="돋움" pitchFamily="50" charset="-127"/>
              </a:defRPr>
            </a:lvl4pPr>
            <a:lvl5pPr algn="ctr" eaLnBrk="0" hangingPunct="0">
              <a:defRPr sz="4400">
                <a:solidFill>
                  <a:schemeClr val="tx2"/>
                </a:solidFill>
                <a:ea typeface="돋움" pitchFamily="50" charset="-127"/>
              </a:defRPr>
            </a:lvl5pPr>
            <a:lvl6pPr marL="457200" algn="ctr" fontAlgn="base">
              <a:spcBef>
                <a:spcPct val="0"/>
              </a:spcBef>
              <a:spcAft>
                <a:spcPct val="0"/>
              </a:spcAft>
              <a:defRPr sz="4400">
                <a:solidFill>
                  <a:schemeClr val="tx2"/>
                </a:solidFill>
                <a:latin typeface="굴림" pitchFamily="50" charset="-127"/>
                <a:ea typeface="굴림" pitchFamily="50" charset="-127"/>
              </a:defRPr>
            </a:lvl6pPr>
            <a:lvl7pPr marL="914400" algn="ctr" fontAlgn="base">
              <a:spcBef>
                <a:spcPct val="0"/>
              </a:spcBef>
              <a:spcAft>
                <a:spcPct val="0"/>
              </a:spcAft>
              <a:defRPr sz="4400">
                <a:solidFill>
                  <a:schemeClr val="tx2"/>
                </a:solidFill>
                <a:latin typeface="굴림" pitchFamily="50" charset="-127"/>
                <a:ea typeface="굴림" pitchFamily="50" charset="-127"/>
              </a:defRPr>
            </a:lvl7pPr>
            <a:lvl8pPr marL="1371600" algn="ctr" fontAlgn="base">
              <a:spcBef>
                <a:spcPct val="0"/>
              </a:spcBef>
              <a:spcAft>
                <a:spcPct val="0"/>
              </a:spcAft>
              <a:defRPr sz="4400">
                <a:solidFill>
                  <a:schemeClr val="tx2"/>
                </a:solidFill>
                <a:latin typeface="굴림" pitchFamily="50" charset="-127"/>
                <a:ea typeface="굴림" pitchFamily="50" charset="-127"/>
              </a:defRPr>
            </a:lvl8pPr>
            <a:lvl9pPr marL="1828800" algn="ctr" fontAlgn="base">
              <a:spcBef>
                <a:spcPct val="0"/>
              </a:spcBef>
              <a:spcAft>
                <a:spcPct val="0"/>
              </a:spcAft>
              <a:defRPr sz="4400">
                <a:solidFill>
                  <a:schemeClr val="tx2"/>
                </a:solidFill>
                <a:latin typeface="굴림" pitchFamily="50" charset="-127"/>
                <a:ea typeface="굴림" pitchFamily="50" charset="-127"/>
              </a:defRPr>
            </a:lvl9pPr>
          </a:lstStyle>
          <a:p>
            <a:pPr>
              <a:lnSpc>
                <a:spcPct val="90000"/>
              </a:lnSpc>
            </a:pPr>
            <a:r>
              <a:rPr lang="ko-KR" altLang="en-US" sz="1200" b="1" u="none" spc="-30" dirty="0">
                <a:solidFill>
                  <a:schemeClr val="tx1"/>
                </a:solidFill>
                <a:latin typeface="바탕" panose="02030600000101010101" pitchFamily="18" charset="-127"/>
                <a:ea typeface="바탕" panose="02030600000101010101" pitchFamily="18" charset="-127"/>
              </a:rPr>
              <a:t>☞</a:t>
            </a:r>
            <a:r>
              <a:rPr lang="ko-KR" altLang="en-US" sz="1200" b="1" u="none" spc="-30" dirty="0">
                <a:solidFill>
                  <a:schemeClr val="tx1"/>
                </a:solidFill>
              </a:rPr>
              <a:t> </a:t>
            </a:r>
            <a:r>
              <a:rPr lang="en-US" altLang="ko-KR" sz="1200" b="1" u="none" spc="-30" dirty="0">
                <a:solidFill>
                  <a:schemeClr val="tx1"/>
                </a:solidFill>
              </a:rPr>
              <a:t>Idea </a:t>
            </a:r>
            <a:r>
              <a:rPr lang="ko-KR" altLang="en-US" sz="1200" b="1" u="none" spc="-30" dirty="0">
                <a:solidFill>
                  <a:schemeClr val="tx1"/>
                </a:solidFill>
              </a:rPr>
              <a:t>발상</a:t>
            </a:r>
            <a:endParaRPr lang="en-US" altLang="ko-KR" sz="1800" b="1" u="none" spc="-30" dirty="0">
              <a:solidFill>
                <a:schemeClr val="tx1"/>
              </a:solidFill>
            </a:endParaRPr>
          </a:p>
        </p:txBody>
      </p:sp>
      <p:sp>
        <p:nvSpPr>
          <p:cNvPr id="8" name="Line 2">
            <a:extLst>
              <a:ext uri="{FF2B5EF4-FFF2-40B4-BE49-F238E27FC236}">
                <a16:creationId xmlns:a16="http://schemas.microsoft.com/office/drawing/2014/main" id="{012BBBE0-E98F-588B-E7C8-2FCC7B62B528}"/>
              </a:ext>
            </a:extLst>
          </p:cNvPr>
          <p:cNvSpPr>
            <a:spLocks noChangeShapeType="1"/>
          </p:cNvSpPr>
          <p:nvPr userDrawn="1"/>
        </p:nvSpPr>
        <p:spPr bwMode="auto">
          <a:xfrm>
            <a:off x="96013" y="507035"/>
            <a:ext cx="8957817" cy="1048"/>
          </a:xfrm>
          <a:prstGeom prst="line">
            <a:avLst/>
          </a:prstGeom>
          <a:noFill/>
          <a:ln w="9525">
            <a:solidFill>
              <a:schemeClr val="bg1">
                <a:lumMod val="50000"/>
              </a:schemeClr>
            </a:solidFill>
            <a:round/>
            <a:headEnd/>
            <a:tailEnd/>
          </a:ln>
          <a:extLst>
            <a:ext uri="{909E8E84-426E-40DD-AFC4-6F175D3DCCD1}">
              <a14:hiddenFill xmlns:a14="http://schemas.microsoft.com/office/drawing/2010/main">
                <a:noFill/>
              </a14:hiddenFill>
            </a:ext>
          </a:extLst>
        </p:spPr>
        <p:txBody>
          <a:bodyPr/>
          <a:lstStyle>
            <a:defPPr>
              <a:defRPr lang="ko-KR"/>
            </a:defPPr>
            <a:lvl1pPr algn="l" rtl="0" fontAlgn="base" latinLnBrk="1">
              <a:spcBef>
                <a:spcPct val="0"/>
              </a:spcBef>
              <a:spcAft>
                <a:spcPct val="0"/>
              </a:spcAft>
              <a:defRPr kumimoji="1" kern="1200">
                <a:solidFill>
                  <a:schemeClr val="tx1"/>
                </a:solidFill>
                <a:latin typeface="맑은 고딕" pitchFamily="50" charset="-127"/>
                <a:ea typeface="굴림" pitchFamily="50" charset="-127"/>
                <a:cs typeface="+mn-cs"/>
              </a:defRPr>
            </a:lvl1pPr>
            <a:lvl2pPr marL="457200" algn="l" rtl="0" fontAlgn="base" latinLnBrk="1">
              <a:spcBef>
                <a:spcPct val="0"/>
              </a:spcBef>
              <a:spcAft>
                <a:spcPct val="0"/>
              </a:spcAft>
              <a:defRPr kumimoji="1" kern="1200">
                <a:solidFill>
                  <a:schemeClr val="tx1"/>
                </a:solidFill>
                <a:latin typeface="맑은 고딕" pitchFamily="50" charset="-127"/>
                <a:ea typeface="굴림" pitchFamily="50" charset="-127"/>
                <a:cs typeface="+mn-cs"/>
              </a:defRPr>
            </a:lvl2pPr>
            <a:lvl3pPr marL="914400" algn="l" rtl="0" fontAlgn="base" latinLnBrk="1">
              <a:spcBef>
                <a:spcPct val="0"/>
              </a:spcBef>
              <a:spcAft>
                <a:spcPct val="0"/>
              </a:spcAft>
              <a:defRPr kumimoji="1" kern="1200">
                <a:solidFill>
                  <a:schemeClr val="tx1"/>
                </a:solidFill>
                <a:latin typeface="맑은 고딕" pitchFamily="50" charset="-127"/>
                <a:ea typeface="굴림" pitchFamily="50" charset="-127"/>
                <a:cs typeface="+mn-cs"/>
              </a:defRPr>
            </a:lvl3pPr>
            <a:lvl4pPr marL="1371600" algn="l" rtl="0" fontAlgn="base" latinLnBrk="1">
              <a:spcBef>
                <a:spcPct val="0"/>
              </a:spcBef>
              <a:spcAft>
                <a:spcPct val="0"/>
              </a:spcAft>
              <a:defRPr kumimoji="1" kern="1200">
                <a:solidFill>
                  <a:schemeClr val="tx1"/>
                </a:solidFill>
                <a:latin typeface="맑은 고딕" pitchFamily="50" charset="-127"/>
                <a:ea typeface="굴림" pitchFamily="50" charset="-127"/>
                <a:cs typeface="+mn-cs"/>
              </a:defRPr>
            </a:lvl4pPr>
            <a:lvl5pPr marL="1828800" algn="l" rtl="0" fontAlgn="base" latinLnBrk="1">
              <a:spcBef>
                <a:spcPct val="0"/>
              </a:spcBef>
              <a:spcAft>
                <a:spcPct val="0"/>
              </a:spcAft>
              <a:defRPr kumimoji="1" kern="1200">
                <a:solidFill>
                  <a:schemeClr val="tx1"/>
                </a:solidFill>
                <a:latin typeface="맑은 고딕" pitchFamily="50" charset="-127"/>
                <a:ea typeface="굴림" pitchFamily="50" charset="-127"/>
                <a:cs typeface="+mn-cs"/>
              </a:defRPr>
            </a:lvl5pPr>
            <a:lvl6pPr marL="2286000" algn="l" defTabSz="914400" rtl="0" eaLnBrk="1" latinLnBrk="1" hangingPunct="1">
              <a:defRPr kumimoji="1" kern="1200">
                <a:solidFill>
                  <a:schemeClr val="tx1"/>
                </a:solidFill>
                <a:latin typeface="맑은 고딕" pitchFamily="50" charset="-127"/>
                <a:ea typeface="굴림" pitchFamily="50" charset="-127"/>
                <a:cs typeface="+mn-cs"/>
              </a:defRPr>
            </a:lvl6pPr>
            <a:lvl7pPr marL="2743200" algn="l" defTabSz="914400" rtl="0" eaLnBrk="1" latinLnBrk="1" hangingPunct="1">
              <a:defRPr kumimoji="1" kern="1200">
                <a:solidFill>
                  <a:schemeClr val="tx1"/>
                </a:solidFill>
                <a:latin typeface="맑은 고딕" pitchFamily="50" charset="-127"/>
                <a:ea typeface="굴림" pitchFamily="50" charset="-127"/>
                <a:cs typeface="+mn-cs"/>
              </a:defRPr>
            </a:lvl7pPr>
            <a:lvl8pPr marL="3200400" algn="l" defTabSz="914400" rtl="0" eaLnBrk="1" latinLnBrk="1" hangingPunct="1">
              <a:defRPr kumimoji="1" kern="1200">
                <a:solidFill>
                  <a:schemeClr val="tx1"/>
                </a:solidFill>
                <a:latin typeface="맑은 고딕" pitchFamily="50" charset="-127"/>
                <a:ea typeface="굴림" pitchFamily="50" charset="-127"/>
                <a:cs typeface="+mn-cs"/>
              </a:defRPr>
            </a:lvl8pPr>
            <a:lvl9pPr marL="3657600" algn="l" defTabSz="914400" rtl="0" eaLnBrk="1" latinLnBrk="1" hangingPunct="1">
              <a:defRPr kumimoji="1" kern="1200">
                <a:solidFill>
                  <a:schemeClr val="tx1"/>
                </a:solidFill>
                <a:latin typeface="맑은 고딕" pitchFamily="50" charset="-127"/>
                <a:ea typeface="굴림" pitchFamily="50" charset="-127"/>
                <a:cs typeface="+mn-cs"/>
              </a:defRPr>
            </a:lvl9pPr>
          </a:lstStyle>
          <a:p>
            <a:pPr algn="ctr" fontAlgn="auto">
              <a:spcBef>
                <a:spcPts val="0"/>
              </a:spcBef>
              <a:spcAft>
                <a:spcPts val="0"/>
              </a:spcAft>
              <a:defRPr/>
            </a:pPr>
            <a:endParaRPr kumimoji="0" lang="ko-KR" altLang="en-US" sz="1200" dirty="0">
              <a:solidFill>
                <a:prstClr val="black"/>
              </a:solidFill>
              <a:latin typeface="Arial Narrow" panose="020B0606020202030204" pitchFamily="34" charset="0"/>
              <a:ea typeface="LG스마트체 Regular" panose="020B0600000101010101" pitchFamily="50" charset="-127"/>
            </a:endParaRPr>
          </a:p>
        </p:txBody>
      </p:sp>
      <p:pic>
        <p:nvPicPr>
          <p:cNvPr id="9" name="그림 8">
            <a:extLst>
              <a:ext uri="{FF2B5EF4-FFF2-40B4-BE49-F238E27FC236}">
                <a16:creationId xmlns:a16="http://schemas.microsoft.com/office/drawing/2014/main" id="{806BEC9B-7510-3F9F-4052-5C6CCCB795F4}"/>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8845550" y="254538"/>
            <a:ext cx="924824" cy="269374"/>
          </a:xfrm>
          <a:prstGeom prst="rect">
            <a:avLst/>
          </a:prstGeom>
          <a:noFill/>
        </p:spPr>
      </p:pic>
      <p:sp>
        <p:nvSpPr>
          <p:cNvPr id="13" name="TextBox 12">
            <a:extLst>
              <a:ext uri="{FF2B5EF4-FFF2-40B4-BE49-F238E27FC236}">
                <a16:creationId xmlns:a16="http://schemas.microsoft.com/office/drawing/2014/main" id="{28B8192F-9FA3-6243-E1A7-4CD2AC29FCAE}"/>
              </a:ext>
            </a:extLst>
          </p:cNvPr>
          <p:cNvSpPr txBox="1"/>
          <p:nvPr userDrawn="1"/>
        </p:nvSpPr>
        <p:spPr>
          <a:xfrm>
            <a:off x="7635488" y="322539"/>
            <a:ext cx="1143829" cy="195814"/>
          </a:xfrm>
          <a:prstGeom prst="rect">
            <a:avLst/>
          </a:prstGeom>
          <a:noFill/>
        </p:spPr>
        <p:txBody>
          <a:bodyPr wrap="none" lIns="36000" tIns="36000" rIns="36000" bIns="36000" rtlCol="0">
            <a:spAutoFit/>
          </a:bodyPr>
          <a:lstStyle/>
          <a:p>
            <a:pPr algn="r">
              <a:spcAft>
                <a:spcPts val="600"/>
              </a:spcAft>
            </a:pPr>
            <a:r>
              <a:rPr lang="ko-KR" altLang="en-US" sz="800" spc="-40" baseline="0" dirty="0">
                <a:solidFill>
                  <a:prstClr val="black">
                    <a:lumMod val="65000"/>
                    <a:lumOff val="35000"/>
                  </a:prstClr>
                </a:solidFill>
                <a:latin typeface="Arial Narrow" panose="020B0606020202030204" pitchFamily="34" charset="0"/>
                <a:ea typeface="LG스마트체 Regular" panose="020B0600000101010101" pitchFamily="50" charset="-127"/>
              </a:rPr>
              <a:t>○ 완료</a:t>
            </a:r>
            <a:r>
              <a:rPr lang="en-US" altLang="ko-KR" sz="800" spc="-40" baseline="0" dirty="0">
                <a:solidFill>
                  <a:prstClr val="black">
                    <a:lumMod val="65000"/>
                    <a:lumOff val="35000"/>
                  </a:prstClr>
                </a:solidFill>
                <a:latin typeface="Arial Narrow" panose="020B0606020202030204" pitchFamily="34" charset="0"/>
                <a:ea typeface="LG스마트체 Regular" panose="020B0600000101010101" pitchFamily="50" charset="-127"/>
              </a:rPr>
              <a:t>, </a:t>
            </a:r>
            <a:r>
              <a:rPr lang="ko-KR" altLang="en-US" sz="800" spc="-40" baseline="0" dirty="0">
                <a:solidFill>
                  <a:prstClr val="black">
                    <a:lumMod val="65000"/>
                    <a:lumOff val="35000"/>
                  </a:prstClr>
                </a:solidFill>
                <a:latin typeface="Arial Narrow" panose="020B0606020202030204" pitchFamily="34" charset="0"/>
                <a:ea typeface="LG스마트체 Regular" panose="020B0600000101010101" pitchFamily="50" charset="-127"/>
                <a:cs typeface="Arial" panose="020B0604020202020204" pitchFamily="34" charset="0"/>
                <a:sym typeface="Wingdings" pitchFamily="2" charset="2"/>
              </a:rPr>
              <a:t>△ 진행 중</a:t>
            </a:r>
            <a:r>
              <a:rPr lang="en-US" altLang="ko-KR" sz="800" spc="-40" baseline="0" dirty="0">
                <a:solidFill>
                  <a:prstClr val="black">
                    <a:lumMod val="65000"/>
                    <a:lumOff val="35000"/>
                  </a:prstClr>
                </a:solidFill>
                <a:latin typeface="Arial Narrow" panose="020B0606020202030204" pitchFamily="34" charset="0"/>
                <a:ea typeface="LG스마트체 Regular" panose="020B0600000101010101" pitchFamily="50" charset="-127"/>
                <a:cs typeface="Arial" panose="020B0604020202020204" pitchFamily="34" charset="0"/>
                <a:sym typeface="Wingdings" pitchFamily="2" charset="2"/>
              </a:rPr>
              <a:t>, X </a:t>
            </a:r>
            <a:r>
              <a:rPr lang="ko-KR" altLang="en-US" sz="800" spc="-40" baseline="0" dirty="0">
                <a:solidFill>
                  <a:prstClr val="black">
                    <a:lumMod val="65000"/>
                    <a:lumOff val="35000"/>
                  </a:prstClr>
                </a:solidFill>
                <a:latin typeface="Arial Narrow" panose="020B0606020202030204" pitchFamily="34" charset="0"/>
                <a:ea typeface="LG스마트체 Regular" panose="020B0600000101010101" pitchFamily="50" charset="-127"/>
                <a:cs typeface="Arial" panose="020B0604020202020204" pitchFamily="34" charset="0"/>
                <a:sym typeface="Wingdings" pitchFamily="2" charset="2"/>
              </a:rPr>
              <a:t>불필요</a:t>
            </a:r>
            <a:endParaRPr lang="ko-KR" altLang="en-US" sz="800" spc="-40" baseline="0" dirty="0">
              <a:solidFill>
                <a:prstClr val="black">
                  <a:lumMod val="65000"/>
                  <a:lumOff val="35000"/>
                </a:prstClr>
              </a:solidFill>
              <a:latin typeface="Arial Narrow" panose="020B0606020202030204" pitchFamily="34" charset="0"/>
              <a:ea typeface="LG스마트체 Regular" panose="020B0600000101010101" pitchFamily="50" charset="-127"/>
            </a:endParaRPr>
          </a:p>
        </p:txBody>
      </p:sp>
      <p:sp>
        <p:nvSpPr>
          <p:cNvPr id="4" name="MSIPCMContentMarking" descr="{&quot;HashCode&quot;:1951497329,&quot;Placement&quot;:&quot;Footer&quot;,&quot;Top&quot;:521.91,&quot;Left&quot;:0.0,&quot;SlideWidth&quot;:780,&quot;SlideHeight&quot;:540}">
            <a:extLst>
              <a:ext uri="{FF2B5EF4-FFF2-40B4-BE49-F238E27FC236}">
                <a16:creationId xmlns:a16="http://schemas.microsoft.com/office/drawing/2014/main" id="{12AAB368-A7C1-43AE-BFC6-ABE9638B5267}"/>
              </a:ext>
            </a:extLst>
          </p:cNvPr>
          <p:cNvSpPr txBox="1"/>
          <p:nvPr userDrawn="1"/>
        </p:nvSpPr>
        <p:spPr>
          <a:xfrm>
            <a:off x="0" y="6628257"/>
            <a:ext cx="4632731" cy="229743"/>
          </a:xfrm>
          <a:prstGeom prst="rect">
            <a:avLst/>
          </a:prstGeom>
          <a:noFill/>
        </p:spPr>
        <p:txBody>
          <a:bodyPr vert="horz" wrap="square" lIns="0" tIns="0" rIns="0" bIns="0" rtlCol="0" anchor="ctr" anchorCtr="1">
            <a:spAutoFit/>
          </a:bodyPr>
          <a:lstStyle/>
          <a:p>
            <a:pPr algn="l">
              <a:spcBef>
                <a:spcPts val="0"/>
              </a:spcBef>
              <a:spcAft>
                <a:spcPts val="0"/>
              </a:spcAft>
            </a:pPr>
            <a:r>
              <a:rPr lang="en-US" altLang="ko-KR" sz="900">
                <a:solidFill>
                  <a:srgbClr val="808080"/>
                </a:solidFill>
                <a:latin typeface="LG스마트체 SemiBold" panose="020B0600000101010101" pitchFamily="50" charset="-127"/>
              </a:rPr>
              <a:t>LG Innotek Confidential : This document is protected by security policies and laws.</a:t>
            </a:r>
            <a:endParaRPr lang="ko-KR" altLang="en-US" sz="900">
              <a:solidFill>
                <a:srgbClr val="808080"/>
              </a:solidFill>
              <a:latin typeface="LG스마트체 SemiBold" panose="020B0600000101010101" pitchFamily="50" charset="-127"/>
            </a:endParaRPr>
          </a:p>
        </p:txBody>
      </p:sp>
      <p:sp>
        <p:nvSpPr>
          <p:cNvPr id="5" name="MSIPCMContentMarking" descr="{&quot;HashCode&quot;:166943725,&quot;Placement&quot;:&quot;Header&quot;,&quot;Top&quot;:0.0,&quot;Left&quot;:685.0934,&quot;SlideWidth&quot;:780,&quot;SlideHeight&quot;:540}">
            <a:extLst>
              <a:ext uri="{FF2B5EF4-FFF2-40B4-BE49-F238E27FC236}">
                <a16:creationId xmlns:a16="http://schemas.microsoft.com/office/drawing/2014/main" id="{1C6DA701-D2FC-45C4-96C0-A0240BD62C56}"/>
              </a:ext>
            </a:extLst>
          </p:cNvPr>
          <p:cNvSpPr txBox="1"/>
          <p:nvPr userDrawn="1"/>
        </p:nvSpPr>
        <p:spPr>
          <a:xfrm>
            <a:off x="8700686" y="0"/>
            <a:ext cx="1205314" cy="260477"/>
          </a:xfrm>
          <a:prstGeom prst="rect">
            <a:avLst/>
          </a:prstGeom>
          <a:noFill/>
        </p:spPr>
        <p:txBody>
          <a:bodyPr vert="horz" wrap="square" lIns="0" tIns="0" rIns="0" bIns="0" rtlCol="0" anchor="ctr" anchorCtr="1">
            <a:spAutoFit/>
          </a:bodyPr>
          <a:lstStyle/>
          <a:p>
            <a:pPr algn="r">
              <a:spcBef>
                <a:spcPts val="0"/>
              </a:spcBef>
              <a:spcAft>
                <a:spcPts val="0"/>
              </a:spcAft>
            </a:pPr>
            <a:r>
              <a:rPr lang="en-US" altLang="ko-KR" sz="1100">
                <a:solidFill>
                  <a:srgbClr val="C0004B"/>
                </a:solidFill>
                <a:latin typeface="LG스마트체2.0 Bold" panose="020B0600000101010101" pitchFamily="50" charset="-127"/>
              </a:rPr>
              <a:t>[Confidential]</a:t>
            </a:r>
            <a:endParaRPr lang="ko-KR" altLang="en-US" sz="1100">
              <a:solidFill>
                <a:srgbClr val="C0004B"/>
              </a:solidFill>
              <a:latin typeface="LG스마트체2.0 Bold" panose="020B0600000101010101" pitchFamily="50" charset="-127"/>
            </a:endParaRPr>
          </a:p>
        </p:txBody>
      </p:sp>
    </p:spTree>
    <p:extLst>
      <p:ext uri="{BB962C8B-B14F-4D97-AF65-F5344CB8AC3E}">
        <p14:creationId xmlns:p14="http://schemas.microsoft.com/office/powerpoint/2010/main" val="4029210608"/>
      </p:ext>
    </p:extLst>
  </p:cSld>
  <p:clrMap bg1="lt1" tx1="dk1" bg2="lt2" tx2="dk2" accent1="accent1" accent2="accent2" accent3="accent3" accent4="accent4" accent5="accent5" accent6="accent6" hlink="hlink" folHlink="folHlink"/>
  <p:sldLayoutIdLst>
    <p:sldLayoutId id="2147483673" r:id="rId1"/>
    <p:sldLayoutId id="2147483674" r:id="rId2"/>
  </p:sldLayoutIdLst>
  <p:txStyles>
    <p:titleStyle>
      <a:lvl1pPr algn="ctr" defTabSz="914400" rtl="0" eaLnBrk="1" latinLnBrk="1"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1"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1"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1"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1"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1"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1"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1"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1"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1"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그룹 1">
            <a:extLst>
              <a:ext uri="{FF2B5EF4-FFF2-40B4-BE49-F238E27FC236}">
                <a16:creationId xmlns:a16="http://schemas.microsoft.com/office/drawing/2014/main" id="{B4C45B1D-E888-4864-B011-5E6CCF1F7936}"/>
              </a:ext>
            </a:extLst>
          </p:cNvPr>
          <p:cNvGrpSpPr/>
          <p:nvPr/>
        </p:nvGrpSpPr>
        <p:grpSpPr>
          <a:xfrm>
            <a:off x="7091806" y="1855036"/>
            <a:ext cx="2728470" cy="4813582"/>
            <a:chOff x="7091806" y="1808152"/>
            <a:chExt cx="2609448" cy="4813582"/>
          </a:xfrm>
        </p:grpSpPr>
        <p:sp>
          <p:nvSpPr>
            <p:cNvPr id="56" name="AutoShape 20"/>
            <p:cNvSpPr>
              <a:spLocks noChangeArrowheads="1"/>
            </p:cNvSpPr>
            <p:nvPr/>
          </p:nvSpPr>
          <p:spPr bwMode="auto">
            <a:xfrm>
              <a:off x="7091806" y="2013357"/>
              <a:ext cx="2609448" cy="4608377"/>
            </a:xfrm>
            <a:prstGeom prst="roundRect">
              <a:avLst>
                <a:gd name="adj" fmla="val 2403"/>
              </a:avLst>
            </a:prstGeom>
            <a:solidFill>
              <a:schemeClr val="bg1"/>
            </a:solidFill>
            <a:ln w="12700" algn="ctr">
              <a:solidFill>
                <a:schemeClr val="bg1">
                  <a:lumMod val="75000"/>
                </a:schemeClr>
              </a:solidFill>
              <a:round/>
              <a:headEnd/>
              <a:tailEnd/>
            </a:ln>
            <a:effectLst/>
          </p:spPr>
          <p:txBody>
            <a:bodyPr wrap="none" lIns="91429" tIns="45715" rIns="91429" bIns="45715"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ko-KR" altLang="en-US" sz="1800" b="1" i="0" u="none" strike="noStrike" kern="0" cap="none" spc="0" normalizeH="0" baseline="0" noProof="0" dirty="0">
                <a:ln>
                  <a:noFill/>
                </a:ln>
                <a:solidFill>
                  <a:prstClr val="black"/>
                </a:solidFill>
                <a:effectLst/>
                <a:uLnTx/>
                <a:uFillTx/>
                <a:latin typeface="LG스마트체 Regular" panose="020B0600000101010101" pitchFamily="50" charset="-127"/>
                <a:ea typeface="LG스마트체 Regular" panose="020B0600000101010101" pitchFamily="50" charset="-127"/>
              </a:endParaRPr>
            </a:p>
          </p:txBody>
        </p:sp>
        <p:sp>
          <p:nvSpPr>
            <p:cNvPr id="55" name="AutoShape 20"/>
            <p:cNvSpPr>
              <a:spLocks noChangeArrowheads="1"/>
            </p:cNvSpPr>
            <p:nvPr/>
          </p:nvSpPr>
          <p:spPr bwMode="auto">
            <a:xfrm>
              <a:off x="7091806" y="1808152"/>
              <a:ext cx="2609448" cy="294484"/>
            </a:xfrm>
            <a:prstGeom prst="roundRect">
              <a:avLst>
                <a:gd name="adj" fmla="val 10700"/>
              </a:avLst>
            </a:prstGeom>
            <a:solidFill>
              <a:schemeClr val="bg1">
                <a:lumMod val="85000"/>
              </a:schemeClr>
            </a:solidFill>
            <a:ln w="12700" algn="ctr">
              <a:solidFill>
                <a:schemeClr val="bg1">
                  <a:lumMod val="75000"/>
                </a:schemeClr>
              </a:solidFill>
              <a:round/>
              <a:headEnd/>
              <a:tailEnd/>
            </a:ln>
            <a:effectLst/>
          </p:spPr>
          <p:txBody>
            <a:bodyPr wrap="none" lIns="91429" tIns="45715" rIns="91429" bIns="45715"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419" altLang="ko-KR" sz="1400" b="1" kern="0" dirty="0">
                  <a:solidFill>
                    <a:sysClr val="windowText" lastClr="000000"/>
                  </a:solidFill>
                  <a:latin typeface="LG스마트체 Regular" panose="020B0600000101010101" pitchFamily="50" charset="-127"/>
                  <a:ea typeface="LG스마트체 Regular" panose="020B0600000101010101" pitchFamily="50" charset="-127"/>
                </a:rPr>
                <a:t>After </a:t>
              </a:r>
              <a:r>
                <a:rPr lang="es-419" altLang="ko-KR" sz="1400" b="1" kern="0" dirty="0" err="1">
                  <a:solidFill>
                    <a:sysClr val="windowText" lastClr="000000"/>
                  </a:solidFill>
                  <a:latin typeface="LG스마트체 Regular" panose="020B0600000101010101" pitchFamily="50" charset="-127"/>
                  <a:ea typeface="LG스마트체 Regular" panose="020B0600000101010101" pitchFamily="50" charset="-127"/>
                </a:rPr>
                <a:t>improvement</a:t>
              </a:r>
              <a:endParaRPr kumimoji="0" lang="en-US" altLang="ko-KR" sz="1400" b="1" i="0" u="none" strike="noStrike" kern="0" cap="none" spc="0" normalizeH="0" baseline="0" noProof="0" dirty="0">
                <a:ln>
                  <a:noFill/>
                </a:ln>
                <a:solidFill>
                  <a:sysClr val="windowText" lastClr="000000"/>
                </a:solidFill>
                <a:effectLst/>
                <a:uLnTx/>
                <a:uFillTx/>
                <a:latin typeface="LG스마트체 Regular" panose="020B0600000101010101" pitchFamily="50" charset="-127"/>
                <a:ea typeface="LG스마트체 Regular" panose="020B0600000101010101" pitchFamily="50" charset="-127"/>
              </a:endParaRPr>
            </a:p>
          </p:txBody>
        </p:sp>
      </p:grpSp>
      <p:grpSp>
        <p:nvGrpSpPr>
          <p:cNvPr id="3" name="그룹 2">
            <a:extLst>
              <a:ext uri="{FF2B5EF4-FFF2-40B4-BE49-F238E27FC236}">
                <a16:creationId xmlns:a16="http://schemas.microsoft.com/office/drawing/2014/main" id="{C70F6EBB-F0F3-4470-A73A-8A760F7D4373}"/>
              </a:ext>
            </a:extLst>
          </p:cNvPr>
          <p:cNvGrpSpPr/>
          <p:nvPr/>
        </p:nvGrpSpPr>
        <p:grpSpPr>
          <a:xfrm>
            <a:off x="3203374" y="1855036"/>
            <a:ext cx="3816424" cy="4814324"/>
            <a:chOff x="3203374" y="1807410"/>
            <a:chExt cx="3816424" cy="4814324"/>
          </a:xfrm>
        </p:grpSpPr>
        <p:sp>
          <p:nvSpPr>
            <p:cNvPr id="66" name="AutoShape 20"/>
            <p:cNvSpPr>
              <a:spLocks noChangeArrowheads="1"/>
            </p:cNvSpPr>
            <p:nvPr/>
          </p:nvSpPr>
          <p:spPr bwMode="auto">
            <a:xfrm>
              <a:off x="3203374" y="2013358"/>
              <a:ext cx="3816424" cy="4608376"/>
            </a:xfrm>
            <a:prstGeom prst="roundRect">
              <a:avLst>
                <a:gd name="adj" fmla="val 2403"/>
              </a:avLst>
            </a:prstGeom>
            <a:solidFill>
              <a:schemeClr val="bg1"/>
            </a:solidFill>
            <a:ln w="12700" algn="ctr">
              <a:solidFill>
                <a:schemeClr val="bg1">
                  <a:lumMod val="75000"/>
                </a:schemeClr>
              </a:solidFill>
              <a:round/>
              <a:headEnd/>
              <a:tailEnd/>
            </a:ln>
            <a:effectLst/>
          </p:spPr>
          <p:txBody>
            <a:bodyPr wrap="none" lIns="91429" tIns="45715" rIns="91429" bIns="45715"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ko-KR" altLang="en-US" sz="1800" b="1" i="0" u="none" strike="noStrike" kern="0" cap="none" spc="0" normalizeH="0" baseline="0" noProof="0" dirty="0">
                <a:ln>
                  <a:noFill/>
                </a:ln>
                <a:solidFill>
                  <a:prstClr val="black"/>
                </a:solidFill>
                <a:effectLst/>
                <a:uLnTx/>
                <a:uFillTx/>
                <a:latin typeface="LG스마트체 Regular" panose="020B0600000101010101" pitchFamily="50" charset="-127"/>
                <a:ea typeface="LG스마트체 Regular" panose="020B0600000101010101" pitchFamily="50" charset="-127"/>
              </a:endParaRPr>
            </a:p>
          </p:txBody>
        </p:sp>
        <p:sp>
          <p:nvSpPr>
            <p:cNvPr id="65" name="AutoShape 20"/>
            <p:cNvSpPr>
              <a:spLocks noChangeArrowheads="1"/>
            </p:cNvSpPr>
            <p:nvPr/>
          </p:nvSpPr>
          <p:spPr bwMode="auto">
            <a:xfrm>
              <a:off x="3203374" y="1807410"/>
              <a:ext cx="3816424" cy="291459"/>
            </a:xfrm>
            <a:prstGeom prst="roundRect">
              <a:avLst>
                <a:gd name="adj" fmla="val 10700"/>
              </a:avLst>
            </a:prstGeom>
            <a:solidFill>
              <a:schemeClr val="bg1">
                <a:lumMod val="85000"/>
              </a:schemeClr>
            </a:solidFill>
            <a:ln w="12700" algn="ctr">
              <a:solidFill>
                <a:schemeClr val="bg1">
                  <a:lumMod val="75000"/>
                </a:schemeClr>
              </a:solidFill>
              <a:round/>
              <a:headEnd/>
              <a:tailEnd/>
            </a:ln>
            <a:effectLst/>
          </p:spPr>
          <p:txBody>
            <a:bodyPr wrap="none" lIns="91429" tIns="45715" rIns="91429" bIns="45715"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400" b="1" i="0" u="none" strike="noStrike" kern="1200" cap="none" spc="0" normalizeH="0" baseline="0" noProof="0" dirty="0">
                  <a:ln>
                    <a:noFill/>
                  </a:ln>
                  <a:solidFill>
                    <a:srgbClr val="000000"/>
                  </a:solidFill>
                  <a:effectLst/>
                  <a:uLnTx/>
                  <a:uFillTx/>
                  <a:latin typeface="LG스마트체 Regular" panose="020B0600000101010101" pitchFamily="50" charset="-127"/>
                  <a:ea typeface="LG스마트체 Regular" panose="020B0600000101010101" pitchFamily="50" charset="-127"/>
                  <a:cs typeface="Arial" pitchFamily="34" charset="0"/>
                </a:rPr>
                <a:t>Breakthrough</a:t>
              </a:r>
              <a:endParaRPr kumimoji="0" lang="ko-KR" altLang="en-US" sz="1400" b="1" i="0" u="none" strike="noStrike" kern="1200" cap="none" spc="0" normalizeH="0" baseline="0" noProof="0" dirty="0">
                <a:ln>
                  <a:noFill/>
                </a:ln>
                <a:solidFill>
                  <a:srgbClr val="000000"/>
                </a:solidFill>
                <a:effectLst/>
                <a:uLnTx/>
                <a:uFillTx/>
                <a:latin typeface="LG스마트체 Regular" panose="020B0600000101010101" pitchFamily="50" charset="-127"/>
                <a:ea typeface="LG스마트체 Regular" panose="020B0600000101010101" pitchFamily="50" charset="-127"/>
                <a:cs typeface="Arial" pitchFamily="34" charset="0"/>
              </a:endParaRPr>
            </a:p>
          </p:txBody>
        </p:sp>
      </p:grpSp>
      <p:grpSp>
        <p:nvGrpSpPr>
          <p:cNvPr id="4" name="그룹 3">
            <a:extLst>
              <a:ext uri="{FF2B5EF4-FFF2-40B4-BE49-F238E27FC236}">
                <a16:creationId xmlns:a16="http://schemas.microsoft.com/office/drawing/2014/main" id="{AD6F9705-D935-4A94-8CF5-843F594B71F8}"/>
              </a:ext>
            </a:extLst>
          </p:cNvPr>
          <p:cNvGrpSpPr/>
          <p:nvPr/>
        </p:nvGrpSpPr>
        <p:grpSpPr>
          <a:xfrm>
            <a:off x="118050" y="1817277"/>
            <a:ext cx="3047476" cy="4813582"/>
            <a:chOff x="161878" y="1808152"/>
            <a:chExt cx="2969488" cy="4813582"/>
          </a:xfrm>
        </p:grpSpPr>
        <p:sp>
          <p:nvSpPr>
            <p:cNvPr id="44" name="AutoShape 20"/>
            <p:cNvSpPr>
              <a:spLocks noChangeArrowheads="1"/>
            </p:cNvSpPr>
            <p:nvPr/>
          </p:nvSpPr>
          <p:spPr bwMode="auto">
            <a:xfrm>
              <a:off x="161878" y="2013358"/>
              <a:ext cx="2969488" cy="4608376"/>
            </a:xfrm>
            <a:prstGeom prst="roundRect">
              <a:avLst>
                <a:gd name="adj" fmla="val 2403"/>
              </a:avLst>
            </a:prstGeom>
            <a:solidFill>
              <a:schemeClr val="bg1"/>
            </a:solidFill>
            <a:ln w="12700" algn="ctr">
              <a:solidFill>
                <a:schemeClr val="bg1">
                  <a:lumMod val="75000"/>
                </a:schemeClr>
              </a:solidFill>
              <a:round/>
              <a:headEnd/>
              <a:tailEnd/>
            </a:ln>
            <a:effectLst/>
          </p:spPr>
          <p:txBody>
            <a:bodyPr wrap="none" lIns="91429" tIns="45715" rIns="91429" bIns="45715"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ko-KR" altLang="en-US" sz="1800" b="1" i="0" u="none" strike="noStrike" kern="0" cap="none" spc="0" normalizeH="0" baseline="0" noProof="0" dirty="0">
                <a:ln>
                  <a:noFill/>
                </a:ln>
                <a:solidFill>
                  <a:prstClr val="black"/>
                </a:solidFill>
                <a:effectLst/>
                <a:uLnTx/>
                <a:uFillTx/>
                <a:latin typeface="LG스마트체 Regular" panose="020B0600000101010101" pitchFamily="50" charset="-127"/>
                <a:ea typeface="LG스마트체 Regular" panose="020B0600000101010101" pitchFamily="50" charset="-127"/>
              </a:endParaRPr>
            </a:p>
          </p:txBody>
        </p:sp>
        <p:sp>
          <p:nvSpPr>
            <p:cNvPr id="43" name="AutoShape 20"/>
            <p:cNvSpPr>
              <a:spLocks noChangeArrowheads="1"/>
            </p:cNvSpPr>
            <p:nvPr/>
          </p:nvSpPr>
          <p:spPr bwMode="auto">
            <a:xfrm>
              <a:off x="161878" y="1808152"/>
              <a:ext cx="2969488" cy="294484"/>
            </a:xfrm>
            <a:prstGeom prst="roundRect">
              <a:avLst>
                <a:gd name="adj" fmla="val 10700"/>
              </a:avLst>
            </a:prstGeom>
            <a:solidFill>
              <a:schemeClr val="bg1">
                <a:lumMod val="85000"/>
              </a:schemeClr>
            </a:solidFill>
            <a:ln w="12700" algn="ctr">
              <a:solidFill>
                <a:schemeClr val="bg1">
                  <a:lumMod val="75000"/>
                </a:schemeClr>
              </a:solidFill>
              <a:round/>
              <a:headEnd/>
              <a:tailEnd/>
            </a:ln>
            <a:effectLst/>
          </p:spPr>
          <p:txBody>
            <a:bodyPr wrap="none" lIns="91429" tIns="45715" rIns="91429" bIns="45715" anchor="ctr"/>
            <a:lstStyle/>
            <a:p>
              <a:pPr algn="ctr" latinLnBrk="0">
                <a:defRPr/>
              </a:pPr>
              <a:r>
                <a:rPr lang="es-MX" altLang="ko-KR" sz="1400" b="1" kern="0" dirty="0" err="1">
                  <a:solidFill>
                    <a:sysClr val="windowText" lastClr="000000"/>
                  </a:solidFill>
                  <a:latin typeface="Arial Narrow" panose="020B0606020202030204" pitchFamily="34" charset="0"/>
                  <a:ea typeface="LG스마트체 Regular" pitchFamily="50" charset="-127"/>
                </a:rPr>
                <a:t>Before</a:t>
              </a:r>
              <a:r>
                <a:rPr lang="es-MX" altLang="ko-KR" sz="1400" b="1" kern="0" dirty="0">
                  <a:solidFill>
                    <a:sysClr val="windowText" lastClr="000000"/>
                  </a:solidFill>
                  <a:latin typeface="Arial Narrow" panose="020B0606020202030204" pitchFamily="34" charset="0"/>
                  <a:ea typeface="LG스마트체 Regular" pitchFamily="50" charset="-127"/>
                </a:rPr>
                <a:t> </a:t>
              </a:r>
              <a:r>
                <a:rPr lang="es-MX" altLang="ko-KR" sz="1400" b="1" kern="0" dirty="0" err="1">
                  <a:solidFill>
                    <a:sysClr val="windowText" lastClr="000000"/>
                  </a:solidFill>
                  <a:latin typeface="Arial Narrow" panose="020B0606020202030204" pitchFamily="34" charset="0"/>
                  <a:ea typeface="LG스마트체 Regular" pitchFamily="50" charset="-127"/>
                </a:rPr>
                <a:t>improvement</a:t>
              </a:r>
              <a:endParaRPr lang="ko-KR" altLang="en-US" sz="1400" b="1" kern="0" dirty="0">
                <a:solidFill>
                  <a:sysClr val="windowText" lastClr="000000"/>
                </a:solidFill>
                <a:latin typeface="Arial Narrow" panose="020B0606020202030204" pitchFamily="34" charset="0"/>
                <a:ea typeface="LG스마트체 Regular" pitchFamily="50" charset="-127"/>
              </a:endParaRPr>
            </a:p>
          </p:txBody>
        </p:sp>
      </p:grpSp>
      <p:sp>
        <p:nvSpPr>
          <p:cNvPr id="40" name="Rectangle 4"/>
          <p:cNvSpPr txBox="1">
            <a:spLocks noChangeArrowheads="1"/>
          </p:cNvSpPr>
          <p:nvPr/>
        </p:nvSpPr>
        <p:spPr bwMode="auto">
          <a:xfrm>
            <a:off x="54755" y="102355"/>
            <a:ext cx="7105346" cy="276999"/>
          </a:xfrm>
          <a:prstGeom prst="rect">
            <a:avLst/>
          </a:prstGeom>
          <a:noFill/>
        </p:spPr>
        <p:txBody>
          <a:bodyPr wrap="square" lIns="72000" tIns="0" rIns="36000" bIns="0">
            <a:spAutoFit/>
          </a:bodyPr>
          <a:lstStyle>
            <a:defPPr>
              <a:defRPr lang="ko-KR"/>
            </a:defPPr>
            <a:lvl1pPr eaLnBrk="1" fontAlgn="auto" hangingPunct="1">
              <a:spcAft>
                <a:spcPts val="0"/>
              </a:spcAft>
              <a:defRPr sz="2000">
                <a:solidFill>
                  <a:srgbClr val="000000"/>
                </a:solidFill>
                <a:latin typeface="Arial Narrow" panose="020B0606020202030204" pitchFamily="34" charset="0"/>
                <a:ea typeface="LG스마트체 Regular" panose="020B0600000101010101" pitchFamily="50" charset="-127"/>
                <a:cs typeface="+mj-cs"/>
              </a:defRPr>
            </a:lvl1pPr>
            <a:lvl2pPr algn="ctr" eaLnBrk="0" hangingPunct="0">
              <a:defRPr sz="4400">
                <a:solidFill>
                  <a:schemeClr val="tx2"/>
                </a:solidFill>
                <a:ea typeface="돋움" pitchFamily="50" charset="-127"/>
              </a:defRPr>
            </a:lvl2pPr>
            <a:lvl3pPr algn="ctr" eaLnBrk="0" hangingPunct="0">
              <a:defRPr sz="4400">
                <a:solidFill>
                  <a:schemeClr val="tx2"/>
                </a:solidFill>
                <a:ea typeface="돋움" pitchFamily="50" charset="-127"/>
              </a:defRPr>
            </a:lvl3pPr>
            <a:lvl4pPr algn="ctr" eaLnBrk="0" hangingPunct="0">
              <a:defRPr sz="4400">
                <a:solidFill>
                  <a:schemeClr val="tx2"/>
                </a:solidFill>
                <a:ea typeface="돋움" pitchFamily="50" charset="-127"/>
              </a:defRPr>
            </a:lvl4pPr>
            <a:lvl5pPr algn="ctr" eaLnBrk="0" hangingPunct="0">
              <a:defRPr sz="4400">
                <a:solidFill>
                  <a:schemeClr val="tx2"/>
                </a:solidFill>
                <a:ea typeface="돋움" pitchFamily="50" charset="-127"/>
              </a:defRPr>
            </a:lvl5pPr>
            <a:lvl6pPr marL="457200" algn="ctr" fontAlgn="base">
              <a:spcBef>
                <a:spcPct val="0"/>
              </a:spcBef>
              <a:spcAft>
                <a:spcPct val="0"/>
              </a:spcAft>
              <a:defRPr sz="4400">
                <a:solidFill>
                  <a:schemeClr val="tx2"/>
                </a:solidFill>
                <a:latin typeface="굴림" pitchFamily="50" charset="-127"/>
                <a:ea typeface="굴림" pitchFamily="50" charset="-127"/>
              </a:defRPr>
            </a:lvl6pPr>
            <a:lvl7pPr marL="914400" algn="ctr" fontAlgn="base">
              <a:spcBef>
                <a:spcPct val="0"/>
              </a:spcBef>
              <a:spcAft>
                <a:spcPct val="0"/>
              </a:spcAft>
              <a:defRPr sz="4400">
                <a:solidFill>
                  <a:schemeClr val="tx2"/>
                </a:solidFill>
                <a:latin typeface="굴림" pitchFamily="50" charset="-127"/>
                <a:ea typeface="굴림" pitchFamily="50" charset="-127"/>
              </a:defRPr>
            </a:lvl7pPr>
            <a:lvl8pPr marL="1371600" algn="ctr" fontAlgn="base">
              <a:spcBef>
                <a:spcPct val="0"/>
              </a:spcBef>
              <a:spcAft>
                <a:spcPct val="0"/>
              </a:spcAft>
              <a:defRPr sz="4400">
                <a:solidFill>
                  <a:schemeClr val="tx2"/>
                </a:solidFill>
                <a:latin typeface="굴림" pitchFamily="50" charset="-127"/>
                <a:ea typeface="굴림" pitchFamily="50" charset="-127"/>
              </a:defRPr>
            </a:lvl8pPr>
            <a:lvl9pPr marL="1828800" algn="ctr" fontAlgn="base">
              <a:spcBef>
                <a:spcPct val="0"/>
              </a:spcBef>
              <a:spcAft>
                <a:spcPct val="0"/>
              </a:spcAft>
              <a:defRPr sz="4400">
                <a:solidFill>
                  <a:schemeClr val="tx2"/>
                </a:solidFill>
                <a:latin typeface="굴림" pitchFamily="50" charset="-127"/>
                <a:ea typeface="굴림" pitchFamily="50" charset="-127"/>
              </a:defRPr>
            </a:lvl9pPr>
          </a:lstStyle>
          <a:p>
            <a:pPr lvl="0" defTabSz="914400" latinLnBrk="1">
              <a:defRPr/>
            </a:pPr>
            <a:r>
              <a:rPr lang="en-US" altLang="ko-KR" sz="1800" b="1" spc="-30" dirty="0" smtClean="0">
                <a:solidFill>
                  <a:prstClr val="black"/>
                </a:solidFill>
                <a:latin typeface="LG스마트체 Regular" panose="020B0600000101010101" pitchFamily="50" charset="-127"/>
              </a:rPr>
              <a:t>Index validation in GantryForm to prevent crashes</a:t>
            </a:r>
            <a:endParaRPr kumimoji="0" lang="ko-KR" altLang="en-US" sz="1800" b="1" i="0" u="none" strike="noStrike" kern="1200" cap="none" spc="-30" normalizeH="0" baseline="0" noProof="0" dirty="0">
              <a:ln>
                <a:noFill/>
              </a:ln>
              <a:solidFill>
                <a:prstClr val="black"/>
              </a:solidFill>
              <a:effectLst/>
              <a:uLnTx/>
              <a:uFillTx/>
              <a:latin typeface="LG스마트체 Regular" panose="020B0600000101010101" pitchFamily="50" charset="-127"/>
            </a:endParaRPr>
          </a:p>
        </p:txBody>
      </p:sp>
      <p:sp>
        <p:nvSpPr>
          <p:cNvPr id="73" name="직사각형 72"/>
          <p:cNvSpPr/>
          <p:nvPr/>
        </p:nvSpPr>
        <p:spPr>
          <a:xfrm>
            <a:off x="117817" y="1169205"/>
            <a:ext cx="8653040" cy="648072"/>
          </a:xfrm>
          <a:prstGeom prst="rect">
            <a:avLst/>
          </a:prstGeom>
          <a:solidFill>
            <a:schemeClr val="bg1">
              <a:lumMod val="95000"/>
            </a:schemeClr>
          </a:solidFill>
          <a:ln w="190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defTabSz="914400" latinLnBrk="1">
              <a:lnSpc>
                <a:spcPct val="110000"/>
              </a:lnSpc>
              <a:defRPr/>
            </a:pPr>
            <a:r>
              <a:rPr lang="en-US" altLang="ko-KR" sz="1600" dirty="0" smtClean="0">
                <a:solidFill>
                  <a:schemeClr val="tx1"/>
                </a:solidFill>
                <a:latin typeface="LG스마트체 Regular" panose="020B0600000101010101" pitchFamily="50" charset="-127"/>
                <a:ea typeface="LG스마트체 Regular" panose="020B0600000101010101" pitchFamily="50" charset="-127"/>
              </a:rPr>
              <a:t>Line 2 · Install PCB - vendor software AlphaRap-SRM 1.1.0.18</a:t>
            </a:r>
            <a:endParaRPr kumimoji="0" lang="en-US" altLang="ko-KR" sz="1600" b="1" i="0" strike="noStrike" kern="1200" cap="none" spc="0" normalizeH="0" baseline="0" noProof="0" dirty="0">
              <a:ln>
                <a:noFill/>
              </a:ln>
              <a:solidFill>
                <a:srgbClr val="C00000"/>
              </a:solidFill>
              <a:effectLst/>
              <a:uLnTx/>
              <a:uFillTx/>
              <a:latin typeface="LG스마트체 Regular" panose="020B0600000101010101" pitchFamily="50" charset="-127"/>
              <a:ea typeface="LG스마트체 Regular" panose="020B0600000101010101" pitchFamily="50" charset="-127"/>
            </a:endParaRPr>
          </a:p>
        </p:txBody>
      </p:sp>
      <p:sp>
        <p:nvSpPr>
          <p:cNvPr id="26" name="Text Box 22">
            <a:extLst>
              <a:ext uri="{FF2B5EF4-FFF2-40B4-BE49-F238E27FC236}">
                <a16:creationId xmlns:a16="http://schemas.microsoft.com/office/drawing/2014/main" id="{0A503ADC-8EA4-4A95-9C09-007B0C087CBB}"/>
              </a:ext>
            </a:extLst>
          </p:cNvPr>
          <p:cNvSpPr txBox="1">
            <a:spLocks noChangeArrowheads="1"/>
          </p:cNvSpPr>
          <p:nvPr/>
        </p:nvSpPr>
        <p:spPr bwMode="auto">
          <a:xfrm>
            <a:off x="81623" y="2168612"/>
            <a:ext cx="2193527" cy="2362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lgn="ctr">
                <a:solidFill>
                  <a:srgbClr val="000000"/>
                </a:solidFill>
                <a:miter lim="800000"/>
                <a:headEnd/>
                <a:tailEnd/>
              </a14:hiddenLine>
            </a:ext>
          </a:extLst>
        </p:spPr>
        <p:txBody>
          <a:bodyPr wrap="square" lIns="90000" tIns="0" rIns="90000" bIns="0">
            <a:spAutoFit/>
          </a:bodyPr>
          <a:lstStyle>
            <a:lvl1pPr eaLnBrk="0" hangingPunct="0">
              <a:defRPr kumimoji="1">
                <a:solidFill>
                  <a:schemeClr val="tx1"/>
                </a:solidFill>
                <a:latin typeface="굴림" pitchFamily="50" charset="-127"/>
                <a:ea typeface="굴림" pitchFamily="50" charset="-127"/>
              </a:defRPr>
            </a:lvl1pPr>
            <a:lvl2pPr marL="742950" indent="-285750" eaLnBrk="0" hangingPunct="0">
              <a:defRPr kumimoji="1">
                <a:solidFill>
                  <a:schemeClr val="tx1"/>
                </a:solidFill>
                <a:latin typeface="굴림" pitchFamily="50" charset="-127"/>
                <a:ea typeface="굴림" pitchFamily="50" charset="-127"/>
              </a:defRPr>
            </a:lvl2pPr>
            <a:lvl3pPr marL="1143000" indent="-228600" eaLnBrk="0" hangingPunct="0">
              <a:defRPr kumimoji="1">
                <a:solidFill>
                  <a:schemeClr val="tx1"/>
                </a:solidFill>
                <a:latin typeface="굴림" pitchFamily="50" charset="-127"/>
                <a:ea typeface="굴림" pitchFamily="50" charset="-127"/>
              </a:defRPr>
            </a:lvl3pPr>
            <a:lvl4pPr marL="1600200" indent="-228600" eaLnBrk="0" hangingPunct="0">
              <a:defRPr kumimoji="1">
                <a:solidFill>
                  <a:schemeClr val="tx1"/>
                </a:solidFill>
                <a:latin typeface="굴림" pitchFamily="50" charset="-127"/>
                <a:ea typeface="굴림" pitchFamily="50" charset="-127"/>
              </a:defRPr>
            </a:lvl4pPr>
            <a:lvl5pPr marL="2057400" indent="-228600" eaLnBrk="0" hangingPunct="0">
              <a:defRPr kumimoji="1">
                <a:solidFill>
                  <a:schemeClr val="tx1"/>
                </a:solidFill>
                <a:latin typeface="굴림" pitchFamily="50" charset="-127"/>
                <a:ea typeface="굴림" pitchFamily="50" charset="-127"/>
              </a:defRPr>
            </a:lvl5pPr>
            <a:lvl6pPr marL="2514600" indent="-228600" eaLnBrk="0" fontAlgn="base" hangingPunct="0">
              <a:spcBef>
                <a:spcPct val="0"/>
              </a:spcBef>
              <a:spcAft>
                <a:spcPct val="0"/>
              </a:spcAft>
              <a:defRPr kumimoji="1">
                <a:solidFill>
                  <a:schemeClr val="tx1"/>
                </a:solidFill>
                <a:latin typeface="굴림" pitchFamily="50" charset="-127"/>
                <a:ea typeface="굴림" pitchFamily="50" charset="-127"/>
              </a:defRPr>
            </a:lvl6pPr>
            <a:lvl7pPr marL="2971800" indent="-228600" eaLnBrk="0" fontAlgn="base" hangingPunct="0">
              <a:spcBef>
                <a:spcPct val="0"/>
              </a:spcBef>
              <a:spcAft>
                <a:spcPct val="0"/>
              </a:spcAft>
              <a:defRPr kumimoji="1">
                <a:solidFill>
                  <a:schemeClr val="tx1"/>
                </a:solidFill>
                <a:latin typeface="굴림" pitchFamily="50" charset="-127"/>
                <a:ea typeface="굴림" pitchFamily="50" charset="-127"/>
              </a:defRPr>
            </a:lvl7pPr>
            <a:lvl8pPr marL="3429000" indent="-228600" eaLnBrk="0" fontAlgn="base" hangingPunct="0">
              <a:spcBef>
                <a:spcPct val="0"/>
              </a:spcBef>
              <a:spcAft>
                <a:spcPct val="0"/>
              </a:spcAft>
              <a:defRPr kumimoji="1">
                <a:solidFill>
                  <a:schemeClr val="tx1"/>
                </a:solidFill>
                <a:latin typeface="굴림" pitchFamily="50" charset="-127"/>
                <a:ea typeface="굴림" pitchFamily="50" charset="-127"/>
              </a:defRPr>
            </a:lvl8pPr>
            <a:lvl9pPr marL="3886200" indent="-228600" eaLnBrk="0" fontAlgn="base" hangingPunct="0">
              <a:spcBef>
                <a:spcPct val="0"/>
              </a:spcBef>
              <a:spcAft>
                <a:spcPct val="0"/>
              </a:spcAft>
              <a:defRPr kumimoji="1">
                <a:solidFill>
                  <a:schemeClr val="tx1"/>
                </a:solidFill>
                <a:latin typeface="굴림" pitchFamily="50" charset="-127"/>
                <a:ea typeface="굴림" pitchFamily="50" charset="-127"/>
              </a:defRPr>
            </a:lvl9pPr>
          </a:lstStyle>
          <a:p>
            <a:pPr marL="0" marR="0" lvl="0" indent="0" algn="l" defTabSz="914400" rtl="0" eaLnBrk="1" fontAlgn="auto" latinLnBrk="0" hangingPunct="1">
              <a:lnSpc>
                <a:spcPct val="130000"/>
              </a:lnSpc>
              <a:spcBef>
                <a:spcPts val="0"/>
              </a:spcBef>
              <a:spcAft>
                <a:spcPts val="0"/>
              </a:spcAft>
              <a:buClrTx/>
              <a:buSzTx/>
              <a:buFont typeface="Wingdings" panose="05000000000000000000" pitchFamily="2" charset="2"/>
              <a:buChar char="l"/>
              <a:tabLst/>
              <a:defRPr/>
            </a:pPr>
            <a:r>
              <a:rPr kumimoji="1" lang="ko-KR" altLang="en-US" sz="1300" b="1" i="0" u="none" strike="noStrike" kern="1200" cap="none" spc="0" normalizeH="0" baseline="0" noProof="0" dirty="0">
                <a:ln>
                  <a:noFill/>
                </a:ln>
                <a:solidFill>
                  <a:prstClr val="black"/>
                </a:solidFill>
                <a:effectLst/>
                <a:uLnTx/>
                <a:uFillTx/>
                <a:latin typeface="LG스마트체 Regular" panose="020B0600000101010101" pitchFamily="50" charset="-127"/>
                <a:ea typeface="LG스마트체 Regular" panose="020B0600000101010101" pitchFamily="50" charset="-127"/>
                <a:cs typeface="Arial" panose="020B0604020202020204" pitchFamily="34" charset="0"/>
              </a:rPr>
              <a:t> </a:t>
            </a:r>
            <a:r>
              <a:rPr kumimoji="1" lang="es-419" altLang="ko-KR" sz="1300" b="1" i="0" u="none" strike="noStrike" kern="1200" cap="none" spc="0" normalizeH="0" baseline="0" noProof="0" dirty="0">
                <a:ln>
                  <a:noFill/>
                </a:ln>
                <a:solidFill>
                  <a:prstClr val="black"/>
                </a:solidFill>
                <a:effectLst/>
                <a:uLnTx/>
                <a:uFillTx/>
                <a:latin typeface="LG스마트체 Regular" panose="020B0600000101010101" pitchFamily="50" charset="-127"/>
                <a:ea typeface="LG스마트체 Regular" panose="020B0600000101010101" pitchFamily="50" charset="-127"/>
                <a:cs typeface="Arial" panose="020B0604020202020204" pitchFamily="34" charset="0"/>
              </a:rPr>
              <a:t>PHENOMENON</a:t>
            </a:r>
            <a:endParaRPr kumimoji="1" lang="en-US" altLang="ko-KR" sz="1300" b="1" i="0" u="none" strike="noStrike" kern="1200" cap="none" spc="0" normalizeH="0" baseline="0" noProof="0" dirty="0">
              <a:ln>
                <a:noFill/>
              </a:ln>
              <a:solidFill>
                <a:prstClr val="black"/>
              </a:solidFill>
              <a:effectLst/>
              <a:uLnTx/>
              <a:uFillTx/>
              <a:latin typeface="LG스마트체 Regular" panose="020B0600000101010101" pitchFamily="50" charset="-127"/>
              <a:ea typeface="LG스마트체 Regular" panose="020B0600000101010101" pitchFamily="50" charset="-127"/>
              <a:cs typeface="Arial" panose="020B0604020202020204" pitchFamily="34" charset="0"/>
            </a:endParaRPr>
          </a:p>
        </p:txBody>
      </p:sp>
      <p:sp>
        <p:nvSpPr>
          <p:cNvPr id="37" name="Text Box 22">
            <a:extLst>
              <a:ext uri="{FF2B5EF4-FFF2-40B4-BE49-F238E27FC236}">
                <a16:creationId xmlns:a16="http://schemas.microsoft.com/office/drawing/2014/main" id="{73F804E7-6ED1-4161-8C22-4CB1C70ED8FD}"/>
              </a:ext>
            </a:extLst>
          </p:cNvPr>
          <p:cNvSpPr txBox="1">
            <a:spLocks noChangeArrowheads="1"/>
          </p:cNvSpPr>
          <p:nvPr/>
        </p:nvSpPr>
        <p:spPr bwMode="auto">
          <a:xfrm>
            <a:off x="3207354" y="2168612"/>
            <a:ext cx="3355704" cy="2362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lgn="ctr">
                <a:solidFill>
                  <a:srgbClr val="000000"/>
                </a:solidFill>
                <a:miter lim="800000"/>
                <a:headEnd/>
                <a:tailEnd/>
              </a14:hiddenLine>
            </a:ext>
          </a:extLst>
        </p:spPr>
        <p:txBody>
          <a:bodyPr wrap="square" lIns="90000" tIns="0" rIns="90000" bIns="0">
            <a:spAutoFit/>
          </a:bodyPr>
          <a:lstStyle>
            <a:lvl1pPr eaLnBrk="0" hangingPunct="0">
              <a:defRPr kumimoji="1">
                <a:solidFill>
                  <a:schemeClr val="tx1"/>
                </a:solidFill>
                <a:latin typeface="굴림" pitchFamily="50" charset="-127"/>
                <a:ea typeface="굴림" pitchFamily="50" charset="-127"/>
              </a:defRPr>
            </a:lvl1pPr>
            <a:lvl2pPr marL="742950" indent="-285750" eaLnBrk="0" hangingPunct="0">
              <a:defRPr kumimoji="1">
                <a:solidFill>
                  <a:schemeClr val="tx1"/>
                </a:solidFill>
                <a:latin typeface="굴림" pitchFamily="50" charset="-127"/>
                <a:ea typeface="굴림" pitchFamily="50" charset="-127"/>
              </a:defRPr>
            </a:lvl2pPr>
            <a:lvl3pPr marL="1143000" indent="-228600" eaLnBrk="0" hangingPunct="0">
              <a:defRPr kumimoji="1">
                <a:solidFill>
                  <a:schemeClr val="tx1"/>
                </a:solidFill>
                <a:latin typeface="굴림" pitchFamily="50" charset="-127"/>
                <a:ea typeface="굴림" pitchFamily="50" charset="-127"/>
              </a:defRPr>
            </a:lvl3pPr>
            <a:lvl4pPr marL="1600200" indent="-228600" eaLnBrk="0" hangingPunct="0">
              <a:defRPr kumimoji="1">
                <a:solidFill>
                  <a:schemeClr val="tx1"/>
                </a:solidFill>
                <a:latin typeface="굴림" pitchFamily="50" charset="-127"/>
                <a:ea typeface="굴림" pitchFamily="50" charset="-127"/>
              </a:defRPr>
            </a:lvl4pPr>
            <a:lvl5pPr marL="2057400" indent="-228600" eaLnBrk="0" hangingPunct="0">
              <a:defRPr kumimoji="1">
                <a:solidFill>
                  <a:schemeClr val="tx1"/>
                </a:solidFill>
                <a:latin typeface="굴림" pitchFamily="50" charset="-127"/>
                <a:ea typeface="굴림" pitchFamily="50" charset="-127"/>
              </a:defRPr>
            </a:lvl5pPr>
            <a:lvl6pPr marL="2514600" indent="-228600" eaLnBrk="0" fontAlgn="base" hangingPunct="0">
              <a:spcBef>
                <a:spcPct val="0"/>
              </a:spcBef>
              <a:spcAft>
                <a:spcPct val="0"/>
              </a:spcAft>
              <a:defRPr kumimoji="1">
                <a:solidFill>
                  <a:schemeClr val="tx1"/>
                </a:solidFill>
                <a:latin typeface="굴림" pitchFamily="50" charset="-127"/>
                <a:ea typeface="굴림" pitchFamily="50" charset="-127"/>
              </a:defRPr>
            </a:lvl6pPr>
            <a:lvl7pPr marL="2971800" indent="-228600" eaLnBrk="0" fontAlgn="base" hangingPunct="0">
              <a:spcBef>
                <a:spcPct val="0"/>
              </a:spcBef>
              <a:spcAft>
                <a:spcPct val="0"/>
              </a:spcAft>
              <a:defRPr kumimoji="1">
                <a:solidFill>
                  <a:schemeClr val="tx1"/>
                </a:solidFill>
                <a:latin typeface="굴림" pitchFamily="50" charset="-127"/>
                <a:ea typeface="굴림" pitchFamily="50" charset="-127"/>
              </a:defRPr>
            </a:lvl7pPr>
            <a:lvl8pPr marL="3429000" indent="-228600" eaLnBrk="0" fontAlgn="base" hangingPunct="0">
              <a:spcBef>
                <a:spcPct val="0"/>
              </a:spcBef>
              <a:spcAft>
                <a:spcPct val="0"/>
              </a:spcAft>
              <a:defRPr kumimoji="1">
                <a:solidFill>
                  <a:schemeClr val="tx1"/>
                </a:solidFill>
                <a:latin typeface="굴림" pitchFamily="50" charset="-127"/>
                <a:ea typeface="굴림" pitchFamily="50" charset="-127"/>
              </a:defRPr>
            </a:lvl8pPr>
            <a:lvl9pPr marL="3886200" indent="-228600" eaLnBrk="0" fontAlgn="base" hangingPunct="0">
              <a:spcBef>
                <a:spcPct val="0"/>
              </a:spcBef>
              <a:spcAft>
                <a:spcPct val="0"/>
              </a:spcAft>
              <a:defRPr kumimoji="1">
                <a:solidFill>
                  <a:schemeClr val="tx1"/>
                </a:solidFill>
                <a:latin typeface="굴림" pitchFamily="50" charset="-127"/>
                <a:ea typeface="굴림" pitchFamily="50" charset="-127"/>
              </a:defRPr>
            </a:lvl9pPr>
          </a:lstStyle>
          <a:p>
            <a:pPr marL="0" marR="0" lvl="0" indent="0" algn="l" defTabSz="914400" rtl="0" eaLnBrk="1" fontAlgn="auto" latinLnBrk="0" hangingPunct="1">
              <a:lnSpc>
                <a:spcPct val="130000"/>
              </a:lnSpc>
              <a:spcBef>
                <a:spcPts val="0"/>
              </a:spcBef>
              <a:spcAft>
                <a:spcPts val="0"/>
              </a:spcAft>
              <a:buClrTx/>
              <a:buSzTx/>
              <a:buFont typeface="Wingdings" panose="05000000000000000000" pitchFamily="2" charset="2"/>
              <a:buChar char="l"/>
              <a:tabLst/>
              <a:defRPr/>
            </a:pPr>
            <a:r>
              <a:rPr kumimoji="1" lang="es-419" altLang="ko-KR" sz="1300" b="1" i="0" u="none" strike="noStrike" kern="1200" cap="none" spc="-50" normalizeH="0" baseline="0" noProof="0" dirty="0" smtClean="0">
                <a:ln>
                  <a:noFill/>
                </a:ln>
                <a:solidFill>
                  <a:prstClr val="black"/>
                </a:solidFill>
                <a:effectLst/>
                <a:uLnTx/>
                <a:uFillTx/>
                <a:latin typeface="LG스마트체 Regular" panose="020B0600000101010101" pitchFamily="50" charset="-127"/>
                <a:ea typeface="LG스마트체 Regular" panose="020B0600000101010101" pitchFamily="50" charset="-127"/>
                <a:cs typeface="Arial" panose="020B0604020202020204" pitchFamily="34" charset="0"/>
              </a:rPr>
              <a:t>IMPROVEMENTS</a:t>
            </a:r>
            <a:endParaRPr kumimoji="1" lang="ko-KR" altLang="en-US" sz="1300" b="1" i="0" u="none" strike="noStrike" kern="1200" cap="none" spc="-50" normalizeH="0" baseline="0" noProof="0" dirty="0">
              <a:ln>
                <a:noFill/>
              </a:ln>
              <a:solidFill>
                <a:srgbClr val="0000FF"/>
              </a:solidFill>
              <a:effectLst/>
              <a:uLnTx/>
              <a:uFillTx/>
              <a:latin typeface="LG스마트체 Regular" panose="020B0600000101010101" pitchFamily="50" charset="-127"/>
              <a:ea typeface="LG스마트체 Regular" panose="020B0600000101010101" pitchFamily="50" charset="-127"/>
              <a:cs typeface="Arial" panose="020B0604020202020204" pitchFamily="34" charset="0"/>
            </a:endParaRPr>
          </a:p>
        </p:txBody>
      </p:sp>
      <p:sp>
        <p:nvSpPr>
          <p:cNvPr id="47" name="Text Box 22">
            <a:extLst>
              <a:ext uri="{FF2B5EF4-FFF2-40B4-BE49-F238E27FC236}">
                <a16:creationId xmlns:a16="http://schemas.microsoft.com/office/drawing/2014/main" id="{018B34FB-86FD-426E-BD3D-63EF79032291}"/>
              </a:ext>
            </a:extLst>
          </p:cNvPr>
          <p:cNvSpPr txBox="1">
            <a:spLocks noChangeArrowheads="1"/>
          </p:cNvSpPr>
          <p:nvPr/>
        </p:nvSpPr>
        <p:spPr bwMode="auto">
          <a:xfrm>
            <a:off x="136588" y="2433268"/>
            <a:ext cx="3136204" cy="771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lgn="ctr">
                <a:solidFill>
                  <a:srgbClr val="000000"/>
                </a:solidFill>
                <a:miter lim="800000"/>
                <a:headEnd/>
                <a:tailEnd/>
              </a14:hiddenLine>
            </a:ext>
          </a:extLst>
        </p:spPr>
        <p:txBody>
          <a:bodyPr wrap="square" lIns="90000" tIns="46800" rIns="90000" bIns="46800">
            <a:spAutoFit/>
          </a:bodyPr>
          <a:lstStyle>
            <a:lvl1pPr eaLnBrk="0" hangingPunct="0">
              <a:defRPr kumimoji="1">
                <a:solidFill>
                  <a:schemeClr val="tx1"/>
                </a:solidFill>
                <a:latin typeface="굴림" pitchFamily="50" charset="-127"/>
                <a:ea typeface="굴림" pitchFamily="50" charset="-127"/>
              </a:defRPr>
            </a:lvl1pPr>
            <a:lvl2pPr marL="742950" indent="-285750" eaLnBrk="0" hangingPunct="0">
              <a:defRPr kumimoji="1">
                <a:solidFill>
                  <a:schemeClr val="tx1"/>
                </a:solidFill>
                <a:latin typeface="굴림" pitchFamily="50" charset="-127"/>
                <a:ea typeface="굴림" pitchFamily="50" charset="-127"/>
              </a:defRPr>
            </a:lvl2pPr>
            <a:lvl3pPr marL="1143000" indent="-228600" eaLnBrk="0" hangingPunct="0">
              <a:defRPr kumimoji="1">
                <a:solidFill>
                  <a:schemeClr val="tx1"/>
                </a:solidFill>
                <a:latin typeface="굴림" pitchFamily="50" charset="-127"/>
                <a:ea typeface="굴림" pitchFamily="50" charset="-127"/>
              </a:defRPr>
            </a:lvl3pPr>
            <a:lvl4pPr marL="1600200" indent="-228600" eaLnBrk="0" hangingPunct="0">
              <a:defRPr kumimoji="1">
                <a:solidFill>
                  <a:schemeClr val="tx1"/>
                </a:solidFill>
                <a:latin typeface="굴림" pitchFamily="50" charset="-127"/>
                <a:ea typeface="굴림" pitchFamily="50" charset="-127"/>
              </a:defRPr>
            </a:lvl4pPr>
            <a:lvl5pPr marL="2057400" indent="-228600" eaLnBrk="0" hangingPunct="0">
              <a:defRPr kumimoji="1">
                <a:solidFill>
                  <a:schemeClr val="tx1"/>
                </a:solidFill>
                <a:latin typeface="굴림" pitchFamily="50" charset="-127"/>
                <a:ea typeface="굴림" pitchFamily="50" charset="-127"/>
              </a:defRPr>
            </a:lvl5pPr>
            <a:lvl6pPr marL="2514600" indent="-228600" eaLnBrk="0" fontAlgn="base" hangingPunct="0">
              <a:spcBef>
                <a:spcPct val="0"/>
              </a:spcBef>
              <a:spcAft>
                <a:spcPct val="0"/>
              </a:spcAft>
              <a:defRPr kumimoji="1">
                <a:solidFill>
                  <a:schemeClr val="tx1"/>
                </a:solidFill>
                <a:latin typeface="굴림" pitchFamily="50" charset="-127"/>
                <a:ea typeface="굴림" pitchFamily="50" charset="-127"/>
              </a:defRPr>
            </a:lvl6pPr>
            <a:lvl7pPr marL="2971800" indent="-228600" eaLnBrk="0" fontAlgn="base" hangingPunct="0">
              <a:spcBef>
                <a:spcPct val="0"/>
              </a:spcBef>
              <a:spcAft>
                <a:spcPct val="0"/>
              </a:spcAft>
              <a:defRPr kumimoji="1">
                <a:solidFill>
                  <a:schemeClr val="tx1"/>
                </a:solidFill>
                <a:latin typeface="굴림" pitchFamily="50" charset="-127"/>
                <a:ea typeface="굴림" pitchFamily="50" charset="-127"/>
              </a:defRPr>
            </a:lvl7pPr>
            <a:lvl8pPr marL="3429000" indent="-228600" eaLnBrk="0" fontAlgn="base" hangingPunct="0">
              <a:spcBef>
                <a:spcPct val="0"/>
              </a:spcBef>
              <a:spcAft>
                <a:spcPct val="0"/>
              </a:spcAft>
              <a:defRPr kumimoji="1">
                <a:solidFill>
                  <a:schemeClr val="tx1"/>
                </a:solidFill>
                <a:latin typeface="굴림" pitchFamily="50" charset="-127"/>
                <a:ea typeface="굴림" pitchFamily="50" charset="-127"/>
              </a:defRPr>
            </a:lvl8pPr>
            <a:lvl9pPr marL="3886200" indent="-228600" eaLnBrk="0" fontAlgn="base" hangingPunct="0">
              <a:spcBef>
                <a:spcPct val="0"/>
              </a:spcBef>
              <a:spcAft>
                <a:spcPct val="0"/>
              </a:spcAft>
              <a:defRPr kumimoji="1">
                <a:solidFill>
                  <a:schemeClr val="tx1"/>
                </a:solidFill>
                <a:latin typeface="굴림" pitchFamily="50" charset="-127"/>
                <a:ea typeface="굴림" pitchFamily="50" charset="-127"/>
              </a:defRPr>
            </a:lvl9pPr>
          </a:lstStyle>
          <a:p>
            <a:pPr marL="171450" indent="-171450" defTabSz="914400" latinLnBrk="1">
              <a:buFontTx/>
              <a:buChar char="-"/>
              <a:defRPr/>
            </a:pPr>
            <a:r>
              <a:rPr kumimoji="0" lang="en-US" altLang="ko-KR" sz="1100" dirty="0">
                <a:latin typeface="LG스마트체 Regular" panose="020B0600000101010101" pitchFamily="50" charset="-127"/>
                <a:ea typeface="LG스마트체 Regular" panose="020B0600000101010101" pitchFamily="50" charset="-127"/>
              </a:rPr>
              <a:t>The piece in position 12 was never registered as processed, so the pallet travelled all the way to the Unloader before being released. Sporadic 50014 unhandled-exception alarms also appeared, with no line or method in the log.</a:t>
            </a:r>
          </a:p>
        </p:txBody>
      </p:sp>
      <p:sp>
        <p:nvSpPr>
          <p:cNvPr id="100" name="Text Box 22">
            <a:extLst>
              <a:ext uri="{FF2B5EF4-FFF2-40B4-BE49-F238E27FC236}">
                <a16:creationId xmlns:a16="http://schemas.microsoft.com/office/drawing/2014/main" id="{281CC93F-E659-4A34-B26F-E7FDC768FBC1}"/>
              </a:ext>
            </a:extLst>
          </p:cNvPr>
          <p:cNvSpPr txBox="1">
            <a:spLocks noChangeArrowheads="1"/>
          </p:cNvSpPr>
          <p:nvPr/>
        </p:nvSpPr>
        <p:spPr bwMode="auto">
          <a:xfrm>
            <a:off x="7132320" y="2212848"/>
            <a:ext cx="2633472" cy="914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lgn="ctr">
                <a:solidFill>
                  <a:srgbClr val="000000"/>
                </a:solidFill>
                <a:miter lim="800000"/>
                <a:headEnd/>
                <a:tailEnd/>
              </a14:hiddenLine>
            </a:ext>
          </a:extLst>
        </p:spPr>
        <p:txBody>
          <a:bodyPr wrap="square" lIns="90000" tIns="46800" rIns="90000" bIns="46800">
            <a:spAutoFit/>
          </a:bodyPr>
          <a:lstStyle>
            <a:defPPr>
              <a:defRPr lang="en-US"/>
            </a:defPPr>
            <a:lvl1pPr algn="just" eaLnBrk="0" hangingPunct="0">
              <a:defRPr kumimoji="1" sz="1100">
                <a:solidFill>
                  <a:prstClr val="black"/>
                </a:solidFill>
                <a:latin typeface="LG스마트체 Regular" panose="020B0600000101010101" pitchFamily="50" charset="-127"/>
                <a:ea typeface="LG스마트체 Regular" panose="020B0600000101010101" pitchFamily="50" charset="-127"/>
                <a:cs typeface="Arial" panose="020B0604020202020204" pitchFamily="34" charset="0"/>
              </a:defRPr>
            </a:lvl1pPr>
            <a:lvl2pPr marL="742950" indent="-285750" eaLnBrk="0" hangingPunct="0">
              <a:defRPr kumimoji="1">
                <a:latin typeface="굴림" pitchFamily="50" charset="-127"/>
                <a:ea typeface="굴림" pitchFamily="50" charset="-127"/>
              </a:defRPr>
            </a:lvl2pPr>
            <a:lvl3pPr marL="1143000" indent="-228600" eaLnBrk="0" hangingPunct="0">
              <a:defRPr kumimoji="1">
                <a:latin typeface="굴림" pitchFamily="50" charset="-127"/>
                <a:ea typeface="굴림" pitchFamily="50" charset="-127"/>
              </a:defRPr>
            </a:lvl3pPr>
            <a:lvl4pPr marL="1600200" indent="-228600" eaLnBrk="0" hangingPunct="0">
              <a:defRPr kumimoji="1">
                <a:latin typeface="굴림" pitchFamily="50" charset="-127"/>
                <a:ea typeface="굴림" pitchFamily="50" charset="-127"/>
              </a:defRPr>
            </a:lvl4pPr>
            <a:lvl5pPr marL="2057400" indent="-228600" eaLnBrk="0" hangingPunct="0">
              <a:defRPr kumimoji="1">
                <a:latin typeface="굴림" pitchFamily="50" charset="-127"/>
                <a:ea typeface="굴림" pitchFamily="50" charset="-127"/>
              </a:defRPr>
            </a:lvl5pPr>
            <a:lvl6pPr marL="2514600" indent="-228600" eaLnBrk="0" fontAlgn="base" hangingPunct="0">
              <a:spcBef>
                <a:spcPct val="0"/>
              </a:spcBef>
              <a:spcAft>
                <a:spcPct val="0"/>
              </a:spcAft>
              <a:defRPr kumimoji="1">
                <a:latin typeface="굴림" pitchFamily="50" charset="-127"/>
                <a:ea typeface="굴림" pitchFamily="50" charset="-127"/>
              </a:defRPr>
            </a:lvl6pPr>
            <a:lvl7pPr marL="2971800" indent="-228600" eaLnBrk="0" fontAlgn="base" hangingPunct="0">
              <a:spcBef>
                <a:spcPct val="0"/>
              </a:spcBef>
              <a:spcAft>
                <a:spcPct val="0"/>
              </a:spcAft>
              <a:defRPr kumimoji="1">
                <a:latin typeface="굴림" pitchFamily="50" charset="-127"/>
                <a:ea typeface="굴림" pitchFamily="50" charset="-127"/>
              </a:defRPr>
            </a:lvl7pPr>
            <a:lvl8pPr marL="3429000" indent="-228600" eaLnBrk="0" fontAlgn="base" hangingPunct="0">
              <a:spcBef>
                <a:spcPct val="0"/>
              </a:spcBef>
              <a:spcAft>
                <a:spcPct val="0"/>
              </a:spcAft>
              <a:defRPr kumimoji="1">
                <a:latin typeface="굴림" pitchFamily="50" charset="-127"/>
                <a:ea typeface="굴림" pitchFamily="50" charset="-127"/>
              </a:defRPr>
            </a:lvl8pPr>
            <a:lvl9pPr marL="3886200" indent="-228600" eaLnBrk="0" fontAlgn="base" hangingPunct="0">
              <a:spcBef>
                <a:spcPct val="0"/>
              </a:spcBef>
              <a:spcAft>
                <a:spcPct val="0"/>
              </a:spcAft>
              <a:defRPr kumimoji="1">
                <a:latin typeface="굴림" pitchFamily="50" charset="-127"/>
                <a:ea typeface="굴림" pitchFamily="50" charset="-127"/>
              </a:defRPr>
            </a:lvl9pPr>
          </a:lstStyle>
          <a:p>
            <a:pPr algn="l">
              <a:spcAft>
                <a:spcPts val="300"/>
              </a:spcAft>
              <a:buNone/>
            </a:pPr>
            <a:r>
              <a:rPr lang="en-US" altLang="ko-KR" dirty="0" sz="1400" b="1"/>
              <a:t>EFFECT:</a:t>
            </a:r>
          </a:p>
          <a:p>
            <a:pPr algn="l" marL="171450" indent="-171450">
              <a:spcAft>
                <a:spcPts val="200"/>
              </a:spcAft>
              <a:buFont typeface="Arial"/>
              <a:buChar char="•"/>
            </a:pPr>
            <a:r>
              <a:rPr lang="en-US" altLang="ko-KR" dirty="0" sz="1000"/>
              <a:t>Position 12 registered on every pallet during the validation shift.</a:t>
            </a:r>
          </a:p>
        </p:txBody>
      </p:sp>
      <p:graphicFrame>
        <p:nvGraphicFramePr>
          <p:cNvPr id="104" name="표 103">
            <a:extLst>
              <a:ext uri="{FF2B5EF4-FFF2-40B4-BE49-F238E27FC236}">
                <a16:creationId xmlns:a16="http://schemas.microsoft.com/office/drawing/2014/main" id="{7217E0C3-3242-462A-86FE-317BCFA54321}"/>
              </a:ext>
            </a:extLst>
          </p:cNvPr>
          <p:cNvGraphicFramePr>
            <a:graphicFrameLocks noGrp="1"/>
          </p:cNvGraphicFramePr>
          <p:nvPr/>
        </p:nvGraphicFramePr>
        <p:xfrm>
          <a:off x="8802980" y="1466757"/>
          <a:ext cx="1012824" cy="350520"/>
        </p:xfrm>
        <a:graphic>
          <a:graphicData uri="http://schemas.openxmlformats.org/drawingml/2006/table">
            <a:tbl>
              <a:tblPr firstRow="1" bandRow="1">
                <a:tableStyleId>{5940675A-B579-460E-94D1-54222C63F5DA}</a:tableStyleId>
              </a:tblPr>
              <a:tblGrid>
                <a:gridCol w="337608">
                  <a:extLst>
                    <a:ext uri="{9D8B030D-6E8A-4147-A177-3AD203B41FA5}">
                      <a16:colId xmlns:a16="http://schemas.microsoft.com/office/drawing/2014/main" val="20000"/>
                    </a:ext>
                  </a:extLst>
                </a:gridCol>
                <a:gridCol w="337608">
                  <a:extLst>
                    <a:ext uri="{9D8B030D-6E8A-4147-A177-3AD203B41FA5}">
                      <a16:colId xmlns:a16="http://schemas.microsoft.com/office/drawing/2014/main" val="20001"/>
                    </a:ext>
                  </a:extLst>
                </a:gridCol>
                <a:gridCol w="337608">
                  <a:extLst>
                    <a:ext uri="{9D8B030D-6E8A-4147-A177-3AD203B41FA5}">
                      <a16:colId xmlns:a16="http://schemas.microsoft.com/office/drawing/2014/main" val="20002"/>
                    </a:ext>
                  </a:extLst>
                </a:gridCol>
              </a:tblGrid>
              <a:tr h="78192">
                <a:tc gridSpan="3">
                  <a:txBody>
                    <a:bodyPr/>
                    <a:lstStyle/>
                    <a:p>
                      <a:pPr algn="ctr" latinLnBrk="1">
                        <a:lnSpc>
                          <a:spcPct val="100000"/>
                        </a:lnSpc>
                      </a:pPr>
                      <a:r>
                        <a:rPr lang="en-US" altLang="ko-KR" sz="700" b="1" kern="900" spc="0" baseline="0" dirty="0">
                          <a:solidFill>
                            <a:srgbClr val="0000FF"/>
                          </a:solidFill>
                          <a:latin typeface="Arial Narrow" panose="020B0606020202030204" pitchFamily="34" charset="0"/>
                          <a:ea typeface="LG스마트체 Regular" panose="020B0600000101010101" pitchFamily="50" charset="-127"/>
                        </a:rPr>
                        <a:t>DX Level</a:t>
                      </a:r>
                      <a:r>
                        <a:rPr lang="ko-KR" altLang="en-US" sz="700" b="1" kern="900" spc="0" baseline="0" dirty="0">
                          <a:solidFill>
                            <a:srgbClr val="0000FF"/>
                          </a:solidFill>
                          <a:latin typeface="Arial Narrow" panose="020B0606020202030204" pitchFamily="34" charset="0"/>
                          <a:ea typeface="LG스마트체 Regular" panose="020B0600000101010101" pitchFamily="50" charset="-127"/>
                        </a:rPr>
                        <a:t> 구분</a:t>
                      </a:r>
                    </a:p>
                  </a:txBody>
                  <a:tcPr marL="0" marR="0" marT="0" marB="0" anchor="ctr">
                    <a:lnL w="9525" cap="flat" cmpd="sng" algn="ctr">
                      <a:solidFill>
                        <a:schemeClr val="tx1">
                          <a:lumMod val="65000"/>
                          <a:lumOff val="35000"/>
                        </a:schemeClr>
                      </a:solidFill>
                      <a:prstDash val="solid"/>
                      <a:round/>
                      <a:headEnd type="none" w="med" len="med"/>
                      <a:tailEnd type="none" w="med" len="med"/>
                    </a:lnL>
                    <a:lnR w="9525" cap="flat" cmpd="sng" algn="ctr">
                      <a:solidFill>
                        <a:schemeClr val="tx1">
                          <a:lumMod val="65000"/>
                          <a:lumOff val="35000"/>
                        </a:schemeClr>
                      </a:solidFill>
                      <a:prstDash val="solid"/>
                      <a:round/>
                      <a:headEnd type="none" w="med" len="med"/>
                      <a:tailEnd type="none" w="med" len="med"/>
                    </a:lnR>
                    <a:lnT w="9525" cap="flat" cmpd="sng" algn="ctr">
                      <a:solidFill>
                        <a:schemeClr val="tx1">
                          <a:lumMod val="65000"/>
                          <a:lumOff val="35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solidFill>
                      <a:schemeClr val="bg1">
                        <a:lumMod val="85000"/>
                      </a:schemeClr>
                    </a:solidFill>
                  </a:tcPr>
                </a:tc>
                <a:tc hMerge="1">
                  <a:txBody>
                    <a:bodyPr/>
                    <a:lstStyle/>
                    <a:p>
                      <a:pPr algn="ctr" latinLnBrk="1"/>
                      <a:endParaRPr lang="ko-KR" altLang="en-US" sz="700" b="1" kern="900" spc="-100" baseline="0" dirty="0">
                        <a:latin typeface="Arial Narrow" panose="020B0606020202030204" pitchFamily="34" charset="0"/>
                        <a:ea typeface="LG스마트체 Regular" panose="020B0600000101010101" pitchFamily="50" charset="-127"/>
                      </a:endParaRPr>
                    </a:p>
                  </a:txBody>
                  <a:tcPr marL="0" marR="0" marT="0" marB="0" anchor="ctr">
                    <a:lnL w="9525" cap="flat" cmpd="sng" algn="ctr">
                      <a:solidFill>
                        <a:schemeClr val="bg1">
                          <a:lumMod val="65000"/>
                        </a:schemeClr>
                      </a:solidFill>
                      <a:prstDash val="solid"/>
                      <a:round/>
                      <a:headEnd type="none" w="med" len="med"/>
                      <a:tailEnd type="none" w="med" len="med"/>
                    </a:lnL>
                    <a:lnR w="9525"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chemeClr val="bg1">
                        <a:lumMod val="95000"/>
                      </a:schemeClr>
                    </a:solidFill>
                  </a:tcPr>
                </a:tc>
                <a:tc hMerge="1">
                  <a:txBody>
                    <a:bodyPr/>
                    <a:lstStyle/>
                    <a:p>
                      <a:pPr algn="ctr" latinLnBrk="1"/>
                      <a:endParaRPr lang="ko-KR" altLang="en-US" sz="700" b="1" kern="900" spc="-100" baseline="0" dirty="0">
                        <a:latin typeface="Arial Narrow" panose="020B0606020202030204" pitchFamily="34" charset="0"/>
                        <a:ea typeface="LG스마트체 Regular" panose="020B0600000101010101" pitchFamily="50" charset="-127"/>
                      </a:endParaRPr>
                    </a:p>
                  </a:txBody>
                  <a:tcPr marL="0" marR="0" marT="0" marB="0" anchor="ctr">
                    <a:lnL w="9525" cap="flat" cmpd="sng" algn="ctr">
                      <a:solidFill>
                        <a:schemeClr val="bg1">
                          <a:lumMod val="65000"/>
                        </a:schemeClr>
                      </a:solidFill>
                      <a:prstDash val="solid"/>
                      <a:round/>
                      <a:headEnd type="none" w="med" len="med"/>
                      <a:tailEnd type="none" w="med" len="med"/>
                    </a:lnL>
                    <a:lnR w="9525"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0"/>
                  </a:ext>
                </a:extLst>
              </a:tr>
              <a:tr h="78442">
                <a:tc>
                  <a:txBody>
                    <a:bodyPr/>
                    <a:lstStyle/>
                    <a:p>
                      <a:pPr marL="0" marR="0" indent="0" algn="ctr" defTabSz="914400" rtl="0" eaLnBrk="1" fontAlgn="auto" latinLnBrk="1" hangingPunct="1">
                        <a:lnSpc>
                          <a:spcPct val="100000"/>
                        </a:lnSpc>
                        <a:spcBef>
                          <a:spcPts val="0"/>
                        </a:spcBef>
                        <a:spcAft>
                          <a:spcPts val="0"/>
                        </a:spcAft>
                        <a:buClrTx/>
                        <a:buSzTx/>
                        <a:buFontTx/>
                        <a:buNone/>
                        <a:tabLst/>
                        <a:defRPr/>
                      </a:pPr>
                      <a:r>
                        <a:rPr lang="en-US" altLang="ko-KR" sz="700" b="1" i="0" u="none" strike="noStrike" spc="0" baseline="0" dirty="0">
                          <a:solidFill>
                            <a:schemeClr val="tx1"/>
                          </a:solidFill>
                          <a:effectLst/>
                          <a:latin typeface="Arial Narrow" panose="020B0606020202030204" pitchFamily="34" charset="0"/>
                          <a:ea typeface="LG스마트체 Regular" panose="020B0600000101010101" pitchFamily="50" charset="-127"/>
                        </a:rPr>
                        <a:t>A2D</a:t>
                      </a:r>
                    </a:p>
                  </a:txBody>
                  <a:tcPr marL="0" marR="0" marT="0" marB="0" anchor="ctr">
                    <a:lnL w="9525" cap="flat" cmpd="sng" algn="ctr">
                      <a:solidFill>
                        <a:schemeClr val="tx1">
                          <a:lumMod val="65000"/>
                          <a:lumOff val="35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9525" cap="flat" cmpd="sng" algn="ctr">
                      <a:solidFill>
                        <a:schemeClr val="tx1">
                          <a:lumMod val="65000"/>
                          <a:lumOff val="35000"/>
                        </a:schemeClr>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1" i="0" u="none" strike="noStrike" kern="1200" cap="none" spc="0" normalizeH="0" baseline="0" noProof="0" dirty="0">
                          <a:ln>
                            <a:noFill/>
                          </a:ln>
                          <a:solidFill>
                            <a:schemeClr val="tx1"/>
                          </a:solidFill>
                          <a:effectLst/>
                          <a:uLnTx/>
                          <a:uFillTx/>
                          <a:latin typeface="Arial Narrow" panose="020B0606020202030204" pitchFamily="34" charset="0"/>
                          <a:ea typeface="LG스마트체 Regular" panose="020B0600000101010101" pitchFamily="50" charset="-127"/>
                          <a:cs typeface="Arial" panose="020B0604020202020204" pitchFamily="34" charset="0"/>
                          <a:sym typeface="Wingdings" pitchFamily="2" charset="2"/>
                        </a:rPr>
                        <a:t>정보화</a:t>
                      </a:r>
                      <a:endParaRPr kumimoji="0" lang="en-US" altLang="ko-KR" sz="700" b="1" i="0" u="none" strike="noStrike" kern="1200" cap="none" spc="0" normalizeH="0" baseline="0" noProof="0" dirty="0">
                        <a:ln>
                          <a:noFill/>
                        </a:ln>
                        <a:solidFill>
                          <a:schemeClr val="tx1"/>
                        </a:solidFill>
                        <a:effectLst/>
                        <a:uLnTx/>
                        <a:uFillTx/>
                        <a:latin typeface="Arial Narrow" panose="020B0606020202030204" pitchFamily="34" charset="0"/>
                        <a:ea typeface="LG스마트체 Regular" panose="020B0600000101010101" pitchFamily="50" charset="-127"/>
                        <a:cs typeface="Arial" panose="020B0604020202020204" pitchFamily="34" charset="0"/>
                        <a:sym typeface="Wingdings" pitchFamily="2" charset="2"/>
                      </a:endParaRPr>
                    </a:p>
                  </a:txBody>
                  <a:tcPr marL="0" marR="0" marT="0" marB="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9525" cap="flat" cmpd="sng" algn="ctr">
                      <a:solidFill>
                        <a:schemeClr val="tx1">
                          <a:lumMod val="65000"/>
                          <a:lumOff val="35000"/>
                        </a:schemeClr>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700" b="1" i="0" u="none" strike="noStrike" kern="1200" cap="none" spc="0" normalizeH="0" baseline="0" noProof="0" dirty="0">
                          <a:ln>
                            <a:noFill/>
                          </a:ln>
                          <a:solidFill>
                            <a:schemeClr val="tx1"/>
                          </a:solidFill>
                          <a:effectLst/>
                          <a:uLnTx/>
                          <a:uFillTx/>
                          <a:latin typeface="Arial Narrow" panose="020B0606020202030204" pitchFamily="34" charset="0"/>
                          <a:ea typeface="LG스마트체 Regular" panose="020B0600000101010101" pitchFamily="50" charset="-127"/>
                          <a:cs typeface="Arial" panose="020B0604020202020204" pitchFamily="34" charset="0"/>
                          <a:sym typeface="Wingdings" pitchFamily="2" charset="2"/>
                        </a:rPr>
                        <a:t>지능화</a:t>
                      </a:r>
                      <a:endParaRPr kumimoji="0" lang="en-US" altLang="ko-KR" sz="700" b="1" i="0" u="none" strike="noStrike" kern="1200" cap="none" spc="0" normalizeH="0" baseline="0" noProof="0" dirty="0">
                        <a:ln>
                          <a:noFill/>
                        </a:ln>
                        <a:solidFill>
                          <a:schemeClr val="tx1"/>
                        </a:solidFill>
                        <a:effectLst/>
                        <a:uLnTx/>
                        <a:uFillTx/>
                        <a:latin typeface="Arial Narrow" panose="020B0606020202030204" pitchFamily="34" charset="0"/>
                        <a:ea typeface="LG스마트체 Regular" panose="020B0600000101010101" pitchFamily="50" charset="-127"/>
                        <a:cs typeface="Arial" panose="020B0604020202020204" pitchFamily="34" charset="0"/>
                        <a:sym typeface="Wingdings" pitchFamily="2" charset="2"/>
                      </a:endParaRPr>
                    </a:p>
                  </a:txBody>
                  <a:tcPr marL="0" marR="0" marT="0" marB="0" anchor="ctr">
                    <a:lnL w="6350" cap="flat" cmpd="sng" algn="ctr">
                      <a:solidFill>
                        <a:schemeClr val="bg1">
                          <a:lumMod val="50000"/>
                        </a:schemeClr>
                      </a:solidFill>
                      <a:prstDash val="solid"/>
                      <a:round/>
                      <a:headEnd type="none" w="med" len="med"/>
                      <a:tailEnd type="none" w="med" len="med"/>
                    </a:lnL>
                    <a:lnR w="9525" cap="flat" cmpd="sng" algn="ctr">
                      <a:solidFill>
                        <a:schemeClr val="tx1">
                          <a:lumMod val="65000"/>
                          <a:lumOff val="35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9525" cap="flat" cmpd="sng" algn="ctr">
                      <a:solidFill>
                        <a:schemeClr val="tx1">
                          <a:lumMod val="65000"/>
                          <a:lumOff val="35000"/>
                        </a:schemeClr>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96847">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en-US" altLang="ko-KR" sz="900" b="1" i="0" u="none" strike="noStrike" kern="1200" cap="none" spc="0" normalizeH="0" baseline="0" noProof="0" dirty="0">
                        <a:ln>
                          <a:noFill/>
                        </a:ln>
                        <a:solidFill>
                          <a:schemeClr val="tx1"/>
                        </a:solidFill>
                        <a:effectLst/>
                        <a:uLnTx/>
                        <a:uFillTx/>
                        <a:latin typeface="Arial Narrow" panose="020B0606020202030204" pitchFamily="34" charset="0"/>
                        <a:ea typeface="LG스마트체 Regular" panose="020B0600000101010101" pitchFamily="50" charset="-127"/>
                        <a:cs typeface="Arial" panose="020B0604020202020204" pitchFamily="34" charset="0"/>
                        <a:sym typeface="Wingdings" pitchFamily="2" charset="2"/>
                      </a:endParaRPr>
                    </a:p>
                  </a:txBody>
                  <a:tcPr marL="0" marR="0" marT="0" marB="0" anchor="ctr">
                    <a:lnL w="9525" cap="flat" cmpd="sng" algn="ctr">
                      <a:solidFill>
                        <a:schemeClr val="tx1">
                          <a:lumMod val="65000"/>
                          <a:lumOff val="35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9525" cap="flat" cmpd="sng" algn="ctr">
                      <a:solidFill>
                        <a:schemeClr val="tx1">
                          <a:lumMod val="65000"/>
                          <a:lumOff val="35000"/>
                        </a:schemeClr>
                      </a:solidFill>
                      <a:prstDash val="solid"/>
                      <a:round/>
                      <a:headEnd type="none" w="med" len="med"/>
                      <a:tailEnd type="none" w="med" len="med"/>
                    </a:lnT>
                    <a:lnB w="9525" cap="flat" cmpd="sng" algn="ctr">
                      <a:solidFill>
                        <a:schemeClr val="tx1">
                          <a:lumMod val="65000"/>
                          <a:lumOff val="35000"/>
                        </a:schemeClr>
                      </a:solidFill>
                      <a:prstDash val="solid"/>
                      <a:round/>
                      <a:headEnd type="none" w="med" len="med"/>
                      <a:tailEnd type="none" w="med" len="med"/>
                    </a:lnB>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en-US" altLang="ko-KR" sz="900" b="1" i="0" u="none" strike="noStrike" kern="1200" cap="none" spc="0" normalizeH="0" baseline="0" noProof="0" dirty="0">
                        <a:ln>
                          <a:noFill/>
                        </a:ln>
                        <a:solidFill>
                          <a:schemeClr val="tx1"/>
                        </a:solidFill>
                        <a:effectLst/>
                        <a:uLnTx/>
                        <a:uFillTx/>
                        <a:latin typeface="Arial Narrow" panose="020B0606020202030204" pitchFamily="34" charset="0"/>
                        <a:ea typeface="LG스마트체 Regular" panose="020B0600000101010101" pitchFamily="50" charset="-127"/>
                        <a:cs typeface="Arial" panose="020B0604020202020204" pitchFamily="34" charset="0"/>
                        <a:sym typeface="Wingdings" pitchFamily="2" charset="2"/>
                      </a:endParaRPr>
                    </a:p>
                  </a:txBody>
                  <a:tcPr marL="0" marR="0" marT="0" marB="0"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9525" cap="flat" cmpd="sng" algn="ctr">
                      <a:solidFill>
                        <a:schemeClr val="tx1">
                          <a:lumMod val="65000"/>
                          <a:lumOff val="35000"/>
                        </a:schemeClr>
                      </a:solidFill>
                      <a:prstDash val="solid"/>
                      <a:round/>
                      <a:headEnd type="none" w="med" len="med"/>
                      <a:tailEnd type="none" w="med" len="med"/>
                    </a:lnT>
                    <a:lnB w="9525" cap="flat" cmpd="sng" algn="ctr">
                      <a:solidFill>
                        <a:schemeClr val="tx1">
                          <a:lumMod val="65000"/>
                          <a:lumOff val="35000"/>
                        </a:schemeClr>
                      </a:solidFill>
                      <a:prstDash val="solid"/>
                      <a:round/>
                      <a:headEnd type="none" w="med" len="med"/>
                      <a:tailEnd type="none" w="med" len="med"/>
                    </a:lnB>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en-US" altLang="ko-KR" sz="900" b="1" i="0" u="none" strike="noStrike" kern="1200" cap="none" spc="0" normalizeH="0" baseline="0" noProof="0" dirty="0">
                        <a:ln>
                          <a:noFill/>
                        </a:ln>
                        <a:solidFill>
                          <a:schemeClr val="tx1"/>
                        </a:solidFill>
                        <a:effectLst/>
                        <a:uLnTx/>
                        <a:uFillTx/>
                        <a:latin typeface="Arial Narrow" panose="020B0606020202030204" pitchFamily="34" charset="0"/>
                        <a:ea typeface="LG스마트체 Regular" panose="020B0600000101010101" pitchFamily="50" charset="-127"/>
                        <a:cs typeface="Arial" panose="020B0604020202020204" pitchFamily="34" charset="0"/>
                        <a:sym typeface="Wingdings" pitchFamily="2" charset="2"/>
                      </a:endParaRPr>
                    </a:p>
                  </a:txBody>
                  <a:tcPr marL="0" marR="0" marT="0" marB="0" anchor="ctr">
                    <a:lnL w="6350" cap="flat" cmpd="sng" algn="ctr">
                      <a:solidFill>
                        <a:schemeClr val="bg1">
                          <a:lumMod val="50000"/>
                        </a:schemeClr>
                      </a:solidFill>
                      <a:prstDash val="solid"/>
                      <a:round/>
                      <a:headEnd type="none" w="med" len="med"/>
                      <a:tailEnd type="none" w="med" len="med"/>
                    </a:lnL>
                    <a:lnR w="9525" cap="flat" cmpd="sng" algn="ctr">
                      <a:solidFill>
                        <a:schemeClr val="tx1">
                          <a:lumMod val="65000"/>
                          <a:lumOff val="35000"/>
                        </a:schemeClr>
                      </a:solidFill>
                      <a:prstDash val="solid"/>
                      <a:round/>
                      <a:headEnd type="none" w="med" len="med"/>
                      <a:tailEnd type="none" w="med" len="med"/>
                    </a:lnR>
                    <a:lnT w="9525" cap="flat" cmpd="sng" algn="ctr">
                      <a:solidFill>
                        <a:schemeClr val="tx1">
                          <a:lumMod val="65000"/>
                          <a:lumOff val="35000"/>
                        </a:schemeClr>
                      </a:solidFill>
                      <a:prstDash val="solid"/>
                      <a:round/>
                      <a:headEnd type="none" w="med" len="med"/>
                      <a:tailEnd type="none" w="med" len="med"/>
                    </a:lnT>
                    <a:lnB w="9525" cap="flat" cmpd="sng" algn="ctr">
                      <a:solidFill>
                        <a:schemeClr val="tx1">
                          <a:lumMod val="65000"/>
                          <a:lumOff val="35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05" name="표 104">
            <a:extLst>
              <a:ext uri="{FF2B5EF4-FFF2-40B4-BE49-F238E27FC236}">
                <a16:creationId xmlns:a16="http://schemas.microsoft.com/office/drawing/2014/main" id="{275A48A6-063A-4695-8225-5094514F8224}"/>
              </a:ext>
            </a:extLst>
          </p:cNvPr>
          <p:cNvGraphicFramePr>
            <a:graphicFrameLocks noGrp="1"/>
          </p:cNvGraphicFramePr>
          <p:nvPr/>
        </p:nvGraphicFramePr>
        <p:xfrm>
          <a:off x="8807451" y="560208"/>
          <a:ext cx="1012827" cy="950688"/>
        </p:xfrm>
        <a:graphic>
          <a:graphicData uri="http://schemas.openxmlformats.org/drawingml/2006/table">
            <a:tbl>
              <a:tblPr firstRow="1" bandRow="1">
                <a:tableStyleId>{5940675A-B579-460E-94D1-54222C63F5DA}</a:tableStyleId>
              </a:tblPr>
              <a:tblGrid>
                <a:gridCol w="431799">
                  <a:extLst>
                    <a:ext uri="{9D8B030D-6E8A-4147-A177-3AD203B41FA5}">
                      <a16:colId xmlns:a16="http://schemas.microsoft.com/office/drawing/2014/main" val="20000"/>
                    </a:ext>
                  </a:extLst>
                </a:gridCol>
                <a:gridCol w="290514">
                  <a:extLst>
                    <a:ext uri="{9D8B030D-6E8A-4147-A177-3AD203B41FA5}">
                      <a16:colId xmlns:a16="http://schemas.microsoft.com/office/drawing/2014/main" val="20001"/>
                    </a:ext>
                  </a:extLst>
                </a:gridCol>
                <a:gridCol w="290514">
                  <a:extLst>
                    <a:ext uri="{9D8B030D-6E8A-4147-A177-3AD203B41FA5}">
                      <a16:colId xmlns:a16="http://schemas.microsoft.com/office/drawing/2014/main" val="20002"/>
                    </a:ext>
                  </a:extLst>
                </a:gridCol>
              </a:tblGrid>
              <a:tr h="184856">
                <a:tc>
                  <a:txBody>
                    <a:bodyPr/>
                    <a:lstStyle/>
                    <a:p>
                      <a:pPr algn="ctr" latinLnBrk="1">
                        <a:lnSpc>
                          <a:spcPct val="80000"/>
                        </a:lnSpc>
                      </a:pPr>
                      <a:r>
                        <a:rPr lang="ko-KR" altLang="en-US" sz="700" b="1" kern="900" spc="0" baseline="0" dirty="0">
                          <a:solidFill>
                            <a:schemeClr val="tx1"/>
                          </a:solidFill>
                          <a:latin typeface="Arial Narrow" panose="020B0606020202030204" pitchFamily="34" charset="0"/>
                          <a:ea typeface="LG스마트체 Regular" panose="020B0600000101010101" pitchFamily="50" charset="-127"/>
                        </a:rPr>
                        <a:t>개선 영역</a:t>
                      </a:r>
                      <a:endParaRPr lang="en-US" altLang="ko-KR" sz="700" b="1" kern="900" spc="0" baseline="0" dirty="0">
                        <a:solidFill>
                          <a:schemeClr val="tx1"/>
                        </a:solidFill>
                        <a:latin typeface="Arial Narrow" panose="020B0606020202030204" pitchFamily="34" charset="0"/>
                        <a:ea typeface="LG스마트체 Regular" panose="020B0600000101010101" pitchFamily="50" charset="-127"/>
                      </a:endParaRPr>
                    </a:p>
                  </a:txBody>
                  <a:tcPr marL="0" marR="0" marT="18000" marB="0" anchor="ctr">
                    <a:lnL w="9525" cap="flat" cmpd="sng" algn="ctr">
                      <a:solidFill>
                        <a:schemeClr val="tx1">
                          <a:lumMod val="65000"/>
                          <a:lumOff val="35000"/>
                        </a:schemeClr>
                      </a:solidFill>
                      <a:prstDash val="solid"/>
                      <a:round/>
                      <a:headEnd type="none" w="med" len="med"/>
                      <a:tailEnd type="none" w="med" len="med"/>
                    </a:lnL>
                    <a:lnR w="3175" cap="flat" cmpd="sng" algn="ctr">
                      <a:solidFill>
                        <a:schemeClr val="tx1">
                          <a:lumMod val="65000"/>
                          <a:lumOff val="35000"/>
                        </a:schemeClr>
                      </a:solidFill>
                      <a:prstDash val="solid"/>
                      <a:round/>
                      <a:headEnd type="none" w="med" len="med"/>
                      <a:tailEnd type="none" w="med" len="med"/>
                    </a:lnR>
                    <a:lnT w="9525" cap="flat" cmpd="sng" algn="ctr">
                      <a:solidFill>
                        <a:schemeClr val="tx1">
                          <a:lumMod val="65000"/>
                          <a:lumOff val="35000"/>
                        </a:schemeClr>
                      </a:solidFill>
                      <a:prstDash val="solid"/>
                      <a:round/>
                      <a:headEnd type="none" w="med" len="med"/>
                      <a:tailEnd type="none" w="med" len="med"/>
                    </a:lnT>
                    <a:lnB w="9525" cap="flat" cmpd="sng" algn="ctr">
                      <a:solidFill>
                        <a:schemeClr val="tx1">
                          <a:lumMod val="65000"/>
                          <a:lumOff val="35000"/>
                        </a:schemeClr>
                      </a:solidFill>
                      <a:prstDash val="solid"/>
                      <a:round/>
                      <a:headEnd type="none" w="med" len="med"/>
                      <a:tailEnd type="none" w="med" len="med"/>
                    </a:lnB>
                    <a:solidFill>
                      <a:schemeClr val="bg1">
                        <a:lumMod val="85000"/>
                      </a:schemeClr>
                    </a:solidFill>
                  </a:tcPr>
                </a:tc>
                <a:tc>
                  <a:txBody>
                    <a:bodyPr/>
                    <a:lstStyle/>
                    <a:p>
                      <a:pPr algn="ctr" latinLnBrk="1">
                        <a:lnSpc>
                          <a:spcPct val="80000"/>
                        </a:lnSpc>
                      </a:pPr>
                      <a:r>
                        <a:rPr lang="en-US" altLang="ko-KR" sz="700" b="1" kern="900" spc="-30" baseline="0" dirty="0">
                          <a:solidFill>
                            <a:schemeClr val="tx1"/>
                          </a:solidFill>
                          <a:latin typeface="Arial Narrow" panose="020B0606020202030204" pitchFamily="34" charset="0"/>
                          <a:ea typeface="LG스마트체 Regular" panose="020B0600000101010101" pitchFamily="50" charset="-127"/>
                        </a:rPr>
                        <a:t>Analog</a:t>
                      </a:r>
                      <a:br>
                        <a:rPr lang="en-US" altLang="ko-KR" sz="700" b="1" kern="900" spc="-30" baseline="0" dirty="0">
                          <a:solidFill>
                            <a:schemeClr val="tx1"/>
                          </a:solidFill>
                          <a:latin typeface="Arial Narrow" panose="020B0606020202030204" pitchFamily="34" charset="0"/>
                          <a:ea typeface="LG스마트체 Regular" panose="020B0600000101010101" pitchFamily="50" charset="-127"/>
                        </a:rPr>
                      </a:br>
                      <a:r>
                        <a:rPr lang="en-US" altLang="ko-KR" sz="700" b="1" kern="900" spc="-30" baseline="0" dirty="0">
                          <a:solidFill>
                            <a:schemeClr val="tx1"/>
                          </a:solidFill>
                          <a:latin typeface="Arial Narrow" panose="020B0606020202030204" pitchFamily="34" charset="0"/>
                          <a:ea typeface="LG스마트체 Regular" panose="020B0600000101010101" pitchFamily="50" charset="-127"/>
                        </a:rPr>
                        <a:t>BP</a:t>
                      </a:r>
                      <a:endParaRPr lang="ko-KR" altLang="en-US" sz="700" b="1" kern="900" spc="-30" baseline="0" dirty="0">
                        <a:solidFill>
                          <a:schemeClr val="tx1"/>
                        </a:solidFill>
                        <a:latin typeface="Arial Narrow" panose="020B0606020202030204" pitchFamily="34" charset="0"/>
                        <a:ea typeface="LG스마트체 Regular" panose="020B0600000101010101" pitchFamily="50" charset="-127"/>
                      </a:endParaRPr>
                    </a:p>
                  </a:txBody>
                  <a:tcPr marL="0" marR="0" marT="18000" marB="0" anchor="ctr">
                    <a:lnL w="3175" cap="flat" cmpd="sng" algn="ctr">
                      <a:solidFill>
                        <a:schemeClr val="tx1">
                          <a:lumMod val="65000"/>
                          <a:lumOff val="35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9525" cap="flat" cmpd="sng" algn="ctr">
                      <a:solidFill>
                        <a:schemeClr val="tx1">
                          <a:lumMod val="65000"/>
                          <a:lumOff val="35000"/>
                        </a:schemeClr>
                      </a:solidFill>
                      <a:prstDash val="solid"/>
                      <a:round/>
                      <a:headEnd type="none" w="med" len="med"/>
                      <a:tailEnd type="none" w="med" len="med"/>
                    </a:lnT>
                    <a:lnB w="9525" cap="flat" cmpd="sng" algn="ctr">
                      <a:solidFill>
                        <a:schemeClr val="tx1">
                          <a:lumMod val="65000"/>
                          <a:lumOff val="35000"/>
                        </a:schemeClr>
                      </a:solidFill>
                      <a:prstDash val="solid"/>
                      <a:round/>
                      <a:headEnd type="none" w="med" len="med"/>
                      <a:tailEnd type="none" w="med" len="med"/>
                    </a:lnB>
                    <a:solidFill>
                      <a:schemeClr val="bg1">
                        <a:lumMod val="85000"/>
                      </a:schemeClr>
                    </a:solidFill>
                  </a:tcPr>
                </a:tc>
                <a:tc>
                  <a:txBody>
                    <a:bodyPr/>
                    <a:lstStyle/>
                    <a:p>
                      <a:pPr algn="ctr" latinLnBrk="1">
                        <a:lnSpc>
                          <a:spcPct val="80000"/>
                        </a:lnSpc>
                      </a:pPr>
                      <a:r>
                        <a:rPr lang="en-US" altLang="ko-KR" sz="700" b="1" kern="900" spc="-30" baseline="0" dirty="0">
                          <a:solidFill>
                            <a:srgbClr val="0000FF"/>
                          </a:solidFill>
                          <a:latin typeface="Arial Narrow" panose="020B0606020202030204" pitchFamily="34" charset="0"/>
                          <a:ea typeface="LG스마트체 Regular" panose="020B0600000101010101" pitchFamily="50" charset="-127"/>
                        </a:rPr>
                        <a:t>DX</a:t>
                      </a:r>
                      <a:br>
                        <a:rPr lang="en-US" altLang="ko-KR" sz="700" b="1" kern="900" spc="-30" baseline="0" dirty="0">
                          <a:solidFill>
                            <a:srgbClr val="0000FF"/>
                          </a:solidFill>
                          <a:latin typeface="Arial Narrow" panose="020B0606020202030204" pitchFamily="34" charset="0"/>
                          <a:ea typeface="LG스마트체 Regular" panose="020B0600000101010101" pitchFamily="50" charset="-127"/>
                        </a:rPr>
                      </a:br>
                      <a:r>
                        <a:rPr lang="en-US" altLang="ko-KR" sz="700" b="1" kern="900" spc="-30" baseline="0" dirty="0">
                          <a:solidFill>
                            <a:srgbClr val="0000FF"/>
                          </a:solidFill>
                          <a:latin typeface="Arial Narrow" panose="020B0606020202030204" pitchFamily="34" charset="0"/>
                          <a:ea typeface="LG스마트체 Regular" panose="020B0600000101010101" pitchFamily="50" charset="-127"/>
                        </a:rPr>
                        <a:t>BP</a:t>
                      </a:r>
                      <a:endParaRPr lang="ko-KR" altLang="en-US" sz="700" b="1" kern="900" spc="-30" baseline="0" dirty="0">
                        <a:solidFill>
                          <a:srgbClr val="0000FF"/>
                        </a:solidFill>
                        <a:latin typeface="Arial Narrow" panose="020B0606020202030204" pitchFamily="34" charset="0"/>
                        <a:ea typeface="LG스마트체 Regular" panose="020B0600000101010101" pitchFamily="50" charset="-127"/>
                      </a:endParaRPr>
                    </a:p>
                  </a:txBody>
                  <a:tcPr marL="0" marR="0" marT="18000" marB="0" anchor="ctr">
                    <a:lnL w="3175" cap="flat" cmpd="sng" algn="ctr">
                      <a:solidFill>
                        <a:schemeClr val="bg1">
                          <a:lumMod val="50000"/>
                        </a:schemeClr>
                      </a:solidFill>
                      <a:prstDash val="solid"/>
                      <a:round/>
                      <a:headEnd type="none" w="med" len="med"/>
                      <a:tailEnd type="none" w="med" len="med"/>
                    </a:lnL>
                    <a:lnR w="9525" cap="flat" cmpd="sng" algn="ctr">
                      <a:solidFill>
                        <a:schemeClr val="tx1">
                          <a:lumMod val="65000"/>
                          <a:lumOff val="35000"/>
                        </a:schemeClr>
                      </a:solidFill>
                      <a:prstDash val="solid"/>
                      <a:round/>
                      <a:headEnd type="none" w="med" len="med"/>
                      <a:tailEnd type="none" w="med" len="med"/>
                    </a:lnR>
                    <a:lnT w="9525" cap="flat" cmpd="sng" algn="ctr">
                      <a:solidFill>
                        <a:schemeClr val="tx1">
                          <a:lumMod val="65000"/>
                          <a:lumOff val="35000"/>
                        </a:schemeClr>
                      </a:solidFill>
                      <a:prstDash val="solid"/>
                      <a:round/>
                      <a:headEnd type="none" w="med" len="med"/>
                      <a:tailEnd type="none" w="med" len="med"/>
                    </a:lnT>
                    <a:lnB w="9525" cap="flat" cmpd="sng" algn="ctr">
                      <a:solidFill>
                        <a:schemeClr val="tx1">
                          <a:lumMod val="65000"/>
                          <a:lumOff val="35000"/>
                        </a:schemeClr>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118836">
                <a:tc>
                  <a:txBody>
                    <a:bodyPr/>
                    <a:lstStyle/>
                    <a:p>
                      <a:pPr marL="0" marR="0" indent="0" algn="ctr" defTabSz="914400" rtl="0" eaLnBrk="1" fontAlgn="auto" latinLnBrk="1" hangingPunct="1">
                        <a:lnSpc>
                          <a:spcPct val="100000"/>
                        </a:lnSpc>
                        <a:spcBef>
                          <a:spcPts val="0"/>
                        </a:spcBef>
                        <a:spcAft>
                          <a:spcPts val="0"/>
                        </a:spcAft>
                        <a:buClrTx/>
                        <a:buSzTx/>
                        <a:buFontTx/>
                        <a:buNone/>
                        <a:tabLst/>
                        <a:defRPr/>
                      </a:pPr>
                      <a:r>
                        <a:rPr lang="ko-KR" altLang="en-US" sz="700" b="1" i="0" u="none" strike="noStrike" dirty="0">
                          <a:solidFill>
                            <a:schemeClr val="tx1"/>
                          </a:solidFill>
                          <a:effectLst/>
                          <a:latin typeface="Arial Narrow" panose="020B0606020202030204" pitchFamily="34" charset="0"/>
                          <a:ea typeface="LG스마트체 Regular" panose="020B0600000101010101" pitchFamily="50" charset="-127"/>
                        </a:rPr>
                        <a:t>이물</a:t>
                      </a:r>
                      <a:r>
                        <a:rPr lang="en-US" altLang="ko-KR" sz="700" b="1" i="0" u="none" strike="noStrike" dirty="0">
                          <a:solidFill>
                            <a:schemeClr val="tx1"/>
                          </a:solidFill>
                          <a:effectLst/>
                          <a:latin typeface="Arial Narrow" panose="020B0606020202030204" pitchFamily="34" charset="0"/>
                          <a:ea typeface="LG스마트체 Regular" panose="020B0600000101010101" pitchFamily="50" charset="-127"/>
                        </a:rPr>
                        <a:t>/</a:t>
                      </a:r>
                      <a:r>
                        <a:rPr lang="ko-KR" altLang="en-US" sz="700" b="1" i="0" u="none" strike="noStrike" dirty="0">
                          <a:solidFill>
                            <a:schemeClr val="tx1"/>
                          </a:solidFill>
                          <a:effectLst/>
                          <a:latin typeface="Arial Narrow" panose="020B0606020202030204" pitchFamily="34" charset="0"/>
                          <a:ea typeface="LG스마트체 Regular" panose="020B0600000101010101" pitchFamily="50" charset="-127"/>
                        </a:rPr>
                        <a:t>생산성</a:t>
                      </a:r>
                      <a:endParaRPr lang="en-US" altLang="ko-KR" sz="700" b="1" i="0" u="none" strike="noStrike" dirty="0">
                        <a:solidFill>
                          <a:schemeClr val="tx1"/>
                        </a:solidFill>
                        <a:effectLst/>
                        <a:latin typeface="Arial Narrow" panose="020B0606020202030204" pitchFamily="34" charset="0"/>
                        <a:ea typeface="LG스마트체 Regular" panose="020B0600000101010101" pitchFamily="50" charset="-127"/>
                      </a:endParaRPr>
                    </a:p>
                  </a:txBody>
                  <a:tcPr marL="0" marR="0" marT="0" marB="0" anchor="ctr">
                    <a:lnL w="9525" cap="flat" cmpd="sng" algn="ctr">
                      <a:solidFill>
                        <a:schemeClr val="tx1">
                          <a:lumMod val="65000"/>
                          <a:lumOff val="35000"/>
                        </a:schemeClr>
                      </a:solidFill>
                      <a:prstDash val="solid"/>
                      <a:round/>
                      <a:headEnd type="none" w="med" len="med"/>
                      <a:tailEnd type="none" w="med" len="med"/>
                    </a:lnL>
                    <a:lnR w="3175" cap="flat" cmpd="sng" algn="ctr">
                      <a:solidFill>
                        <a:schemeClr val="tx1">
                          <a:lumMod val="65000"/>
                          <a:lumOff val="35000"/>
                        </a:schemeClr>
                      </a:solidFill>
                      <a:prstDash val="solid"/>
                      <a:round/>
                      <a:headEnd type="none" w="med" len="med"/>
                      <a:tailEnd type="none" w="med" len="med"/>
                    </a:lnR>
                    <a:lnT w="952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solidFill>
                      <a:schemeClr val="bg1">
                        <a:lumMod val="9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en-US" altLang="ko-KR" sz="900" b="1" i="0" u="none" strike="noStrike" kern="1200" cap="none" spc="-30" normalizeH="0" baseline="0" noProof="0" dirty="0">
                        <a:ln>
                          <a:noFill/>
                        </a:ln>
                        <a:solidFill>
                          <a:schemeClr val="tx1"/>
                        </a:solidFill>
                        <a:effectLst/>
                        <a:uLnTx/>
                        <a:uFillTx/>
                        <a:latin typeface="Arial Narrow" panose="020B0606020202030204" pitchFamily="34" charset="0"/>
                        <a:ea typeface="LG스마트체 Regular" panose="020B0600000101010101" pitchFamily="50" charset="-127"/>
                        <a:cs typeface="Arial" panose="020B0604020202020204" pitchFamily="34" charset="0"/>
                        <a:sym typeface="Wingdings" pitchFamily="2" charset="2"/>
                      </a:endParaRPr>
                    </a:p>
                  </a:txBody>
                  <a:tcPr marL="0" marR="0" marT="0" marB="0" anchor="ctr">
                    <a:lnL w="3175" cap="flat" cmpd="sng" algn="ctr">
                      <a:solidFill>
                        <a:schemeClr val="tx1">
                          <a:lumMod val="65000"/>
                          <a:lumOff val="35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952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en-US" altLang="ko-KR" sz="900" b="1" i="0" u="none" strike="noStrike" kern="1200" cap="none" spc="-30" normalizeH="0" baseline="0" noProof="0" dirty="0">
                        <a:ln>
                          <a:noFill/>
                        </a:ln>
                        <a:solidFill>
                          <a:schemeClr val="tx1"/>
                        </a:solidFill>
                        <a:effectLst/>
                        <a:uLnTx/>
                        <a:uFillTx/>
                        <a:latin typeface="Arial Narrow" panose="020B0606020202030204" pitchFamily="34" charset="0"/>
                        <a:ea typeface="LG스마트체 Regular" panose="020B0600000101010101" pitchFamily="50" charset="-127"/>
                        <a:cs typeface="Arial" panose="020B0604020202020204" pitchFamily="34" charset="0"/>
                        <a:sym typeface="Wingdings" pitchFamily="2" charset="2"/>
                      </a:endParaRPr>
                    </a:p>
                  </a:txBody>
                  <a:tcPr marL="0" marR="0" marT="0" marB="0" anchor="ctr">
                    <a:lnL w="3175" cap="flat" cmpd="sng" algn="ctr">
                      <a:solidFill>
                        <a:schemeClr val="bg1">
                          <a:lumMod val="50000"/>
                        </a:schemeClr>
                      </a:solidFill>
                      <a:prstDash val="solid"/>
                      <a:round/>
                      <a:headEnd type="none" w="med" len="med"/>
                      <a:tailEnd type="none" w="med" len="med"/>
                    </a:lnL>
                    <a:lnR w="9525" cap="flat" cmpd="sng" algn="ctr">
                      <a:solidFill>
                        <a:schemeClr val="tx1">
                          <a:lumMod val="65000"/>
                          <a:lumOff val="35000"/>
                        </a:schemeClr>
                      </a:solidFill>
                      <a:prstDash val="solid"/>
                      <a:round/>
                      <a:headEnd type="none" w="med" len="med"/>
                      <a:tailEnd type="none" w="med" len="med"/>
                    </a:lnR>
                    <a:lnT w="952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noFill/>
                  </a:tcPr>
                </a:tc>
                <a:extLst>
                  <a:ext uri="{0D108BD9-81ED-4DB2-BD59-A6C34878D82A}">
                    <a16:rowId xmlns:a16="http://schemas.microsoft.com/office/drawing/2014/main" val="10002"/>
                  </a:ext>
                </a:extLst>
              </a:tr>
              <a:tr h="118836">
                <a:tc>
                  <a:txBody>
                    <a:bodyPr/>
                    <a:lstStyle/>
                    <a:p>
                      <a:pPr marL="0" marR="0" indent="0" algn="ctr" defTabSz="914400" rtl="0" eaLnBrk="1" fontAlgn="auto" latinLnBrk="1" hangingPunct="1">
                        <a:lnSpc>
                          <a:spcPct val="100000"/>
                        </a:lnSpc>
                        <a:spcBef>
                          <a:spcPts val="0"/>
                        </a:spcBef>
                        <a:spcAft>
                          <a:spcPts val="0"/>
                        </a:spcAft>
                        <a:buClrTx/>
                        <a:buSzTx/>
                        <a:buFontTx/>
                        <a:buNone/>
                        <a:tabLst/>
                        <a:defRPr/>
                      </a:pPr>
                      <a:r>
                        <a:rPr lang="ko-KR" altLang="en-US" sz="700" b="1" i="0" u="none" strike="noStrike" spc="0" baseline="0" dirty="0">
                          <a:solidFill>
                            <a:schemeClr val="tx1"/>
                          </a:solidFill>
                          <a:effectLst/>
                          <a:latin typeface="Arial Narrow" panose="020B0606020202030204" pitchFamily="34" charset="0"/>
                          <a:ea typeface="LG스마트체 Regular" panose="020B0600000101010101" pitchFamily="50" charset="-127"/>
                        </a:rPr>
                        <a:t>성능</a:t>
                      </a:r>
                      <a:r>
                        <a:rPr lang="en-US" altLang="ko-KR" sz="700" b="1" i="0" u="none" strike="noStrike" spc="0" baseline="0" dirty="0">
                          <a:solidFill>
                            <a:schemeClr val="tx1"/>
                          </a:solidFill>
                          <a:effectLst/>
                          <a:latin typeface="Arial Narrow" panose="020B0606020202030204" pitchFamily="34" charset="0"/>
                          <a:ea typeface="LG스마트체 Regular" panose="020B0600000101010101" pitchFamily="50" charset="-127"/>
                        </a:rPr>
                        <a:t>/</a:t>
                      </a:r>
                      <a:r>
                        <a:rPr lang="ko-KR" altLang="en-US" sz="700" b="1" i="0" u="none" strike="noStrike" spc="0" baseline="0" dirty="0">
                          <a:solidFill>
                            <a:schemeClr val="tx1"/>
                          </a:solidFill>
                          <a:effectLst/>
                          <a:latin typeface="Arial Narrow" panose="020B0606020202030204" pitchFamily="34" charset="0"/>
                          <a:ea typeface="LG스마트체 Regular" panose="020B0600000101010101" pitchFamily="50" charset="-127"/>
                        </a:rPr>
                        <a:t>품질</a:t>
                      </a:r>
                      <a:endParaRPr lang="en-US" altLang="ko-KR" sz="700" b="1" i="0" u="none" strike="noStrike" spc="0" baseline="0" dirty="0">
                        <a:solidFill>
                          <a:schemeClr val="tx1"/>
                        </a:solidFill>
                        <a:effectLst/>
                        <a:latin typeface="Arial Narrow" panose="020B0606020202030204" pitchFamily="34" charset="0"/>
                        <a:ea typeface="LG스마트체 Regular" panose="020B0600000101010101" pitchFamily="50" charset="-127"/>
                      </a:endParaRPr>
                    </a:p>
                  </a:txBody>
                  <a:tcPr marL="0" marR="0" marT="0" marB="0" anchor="ctr">
                    <a:lnL w="9525" cap="flat" cmpd="sng" algn="ctr">
                      <a:solidFill>
                        <a:schemeClr val="tx1">
                          <a:lumMod val="65000"/>
                          <a:lumOff val="35000"/>
                        </a:schemeClr>
                      </a:solidFill>
                      <a:prstDash val="solid"/>
                      <a:round/>
                      <a:headEnd type="none" w="med" len="med"/>
                      <a:tailEnd type="none" w="med" len="med"/>
                    </a:lnL>
                    <a:lnR w="3175" cap="flat" cmpd="sng" algn="ctr">
                      <a:solidFill>
                        <a:schemeClr val="tx1">
                          <a:lumMod val="65000"/>
                          <a:lumOff val="35000"/>
                        </a:schemeClr>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solidFill>
                      <a:schemeClr val="bg1">
                        <a:lumMod val="9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900" b="1" i="0" u="none" strike="noStrike" kern="1200" cap="none" spc="-30" normalizeH="0" baseline="0" noProof="0" dirty="0">
                          <a:ln>
                            <a:noFill/>
                          </a:ln>
                          <a:solidFill>
                            <a:schemeClr val="tx1"/>
                          </a:solidFill>
                          <a:effectLst/>
                          <a:uLnTx/>
                          <a:uFillTx/>
                          <a:latin typeface="Arial Narrow" panose="020B0606020202030204" pitchFamily="34" charset="0"/>
                          <a:ea typeface="LG스마트체 Regular" panose="020B0600000101010101" pitchFamily="50" charset="-127"/>
                          <a:cs typeface="Arial" panose="020B0604020202020204" pitchFamily="34" charset="0"/>
                          <a:sym typeface="Wingdings" pitchFamily="2" charset="2"/>
                        </a:rPr>
                        <a:t>○</a:t>
                      </a:r>
                      <a:endParaRPr kumimoji="0" lang="en-US" altLang="ko-KR" sz="900" b="1" i="0" u="none" strike="noStrike" kern="1200" cap="none" spc="-30" normalizeH="0" baseline="0" noProof="0" dirty="0">
                        <a:ln>
                          <a:noFill/>
                        </a:ln>
                        <a:solidFill>
                          <a:schemeClr val="tx1"/>
                        </a:solidFill>
                        <a:effectLst/>
                        <a:uLnTx/>
                        <a:uFillTx/>
                        <a:latin typeface="Arial Narrow" panose="020B0606020202030204" pitchFamily="34" charset="0"/>
                        <a:ea typeface="LG스마트체 Regular" panose="020B0600000101010101" pitchFamily="50" charset="-127"/>
                        <a:cs typeface="Arial" panose="020B0604020202020204" pitchFamily="34" charset="0"/>
                        <a:sym typeface="Wingdings" pitchFamily="2" charset="2"/>
                      </a:endParaRPr>
                    </a:p>
                  </a:txBody>
                  <a:tcPr marL="0" marR="0" marT="0" marB="0" anchor="ctr">
                    <a:lnL w="3175" cap="flat" cmpd="sng" algn="ctr">
                      <a:solidFill>
                        <a:schemeClr val="tx1">
                          <a:lumMod val="65000"/>
                          <a:lumOff val="35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en-US" altLang="ko-KR" sz="900" b="1" i="0" u="none" strike="noStrike" kern="1200" cap="none" spc="-30" normalizeH="0" baseline="0" noProof="0" dirty="0">
                        <a:ln>
                          <a:noFill/>
                        </a:ln>
                        <a:solidFill>
                          <a:schemeClr val="tx1"/>
                        </a:solidFill>
                        <a:effectLst/>
                        <a:uLnTx/>
                        <a:uFillTx/>
                        <a:latin typeface="Arial Narrow" panose="020B0606020202030204" pitchFamily="34" charset="0"/>
                        <a:ea typeface="LG스마트체 Regular" panose="020B0600000101010101" pitchFamily="50" charset="-127"/>
                        <a:cs typeface="Arial" panose="020B0604020202020204" pitchFamily="34" charset="0"/>
                        <a:sym typeface="Wingdings" pitchFamily="2" charset="2"/>
                      </a:endParaRPr>
                    </a:p>
                  </a:txBody>
                  <a:tcPr marL="0" marR="0" marT="0" marB="0" anchor="ctr">
                    <a:lnL w="3175" cap="flat" cmpd="sng" algn="ctr">
                      <a:solidFill>
                        <a:schemeClr val="bg1">
                          <a:lumMod val="50000"/>
                        </a:schemeClr>
                      </a:solidFill>
                      <a:prstDash val="solid"/>
                      <a:round/>
                      <a:headEnd type="none" w="med" len="med"/>
                      <a:tailEnd type="none" w="med" len="med"/>
                    </a:lnL>
                    <a:lnR w="9525" cap="flat" cmpd="sng" algn="ctr">
                      <a:solidFill>
                        <a:schemeClr val="tx1">
                          <a:lumMod val="65000"/>
                          <a:lumOff val="35000"/>
                        </a:schemeClr>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noFill/>
                  </a:tcPr>
                </a:tc>
                <a:extLst>
                  <a:ext uri="{0D108BD9-81ED-4DB2-BD59-A6C34878D82A}">
                    <a16:rowId xmlns:a16="http://schemas.microsoft.com/office/drawing/2014/main" val="10003"/>
                  </a:ext>
                </a:extLst>
              </a:tr>
              <a:tr h="118836">
                <a:tc>
                  <a:txBody>
                    <a:bodyPr/>
                    <a:lstStyle/>
                    <a:p>
                      <a:pPr marL="0" marR="0" indent="0" algn="ctr" defTabSz="914400" rtl="0" eaLnBrk="1" fontAlgn="auto" latinLnBrk="1" hangingPunct="1">
                        <a:lnSpc>
                          <a:spcPct val="100000"/>
                        </a:lnSpc>
                        <a:spcBef>
                          <a:spcPts val="0"/>
                        </a:spcBef>
                        <a:spcAft>
                          <a:spcPts val="0"/>
                        </a:spcAft>
                        <a:buClrTx/>
                        <a:buSzTx/>
                        <a:buFontTx/>
                        <a:buNone/>
                        <a:tabLst/>
                        <a:defRPr/>
                      </a:pPr>
                      <a:r>
                        <a:rPr lang="ko-KR" altLang="en-US" sz="700" b="1" i="0" u="none" strike="noStrike" spc="0" baseline="0" dirty="0">
                          <a:solidFill>
                            <a:schemeClr val="tx1"/>
                          </a:solidFill>
                          <a:effectLst/>
                          <a:latin typeface="Arial Narrow" panose="020B0606020202030204" pitchFamily="34" charset="0"/>
                          <a:ea typeface="LG스마트체 Regular" panose="020B0600000101010101" pitchFamily="50" charset="-127"/>
                        </a:rPr>
                        <a:t>프로세스</a:t>
                      </a:r>
                      <a:endParaRPr lang="en-US" altLang="ko-KR" sz="700" b="1" i="0" u="none" strike="noStrike" spc="0" baseline="0" dirty="0">
                        <a:solidFill>
                          <a:schemeClr val="tx1"/>
                        </a:solidFill>
                        <a:effectLst/>
                        <a:latin typeface="Arial Narrow" panose="020B0606020202030204" pitchFamily="34" charset="0"/>
                        <a:ea typeface="LG스마트체 Regular" panose="020B0600000101010101" pitchFamily="50" charset="-127"/>
                      </a:endParaRPr>
                    </a:p>
                  </a:txBody>
                  <a:tcPr marL="0" marR="0" marT="0" marB="0" anchor="ctr">
                    <a:lnL w="9525" cap="flat" cmpd="sng" algn="ctr">
                      <a:solidFill>
                        <a:schemeClr val="tx1">
                          <a:lumMod val="65000"/>
                          <a:lumOff val="35000"/>
                        </a:schemeClr>
                      </a:solidFill>
                      <a:prstDash val="solid"/>
                      <a:round/>
                      <a:headEnd type="none" w="med" len="med"/>
                      <a:tailEnd type="none" w="med" len="med"/>
                    </a:lnL>
                    <a:lnR w="3175" cap="flat" cmpd="sng" algn="ctr">
                      <a:solidFill>
                        <a:schemeClr val="tx1">
                          <a:lumMod val="65000"/>
                          <a:lumOff val="35000"/>
                        </a:schemeClr>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solidFill>
                      <a:schemeClr val="bg1">
                        <a:lumMod val="9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en-US" altLang="ko-KR" sz="900" b="1" i="0" u="none" strike="noStrike" kern="1200" cap="none" spc="-30" normalizeH="0" baseline="0" noProof="0" dirty="0">
                        <a:ln>
                          <a:noFill/>
                        </a:ln>
                        <a:solidFill>
                          <a:schemeClr val="tx1"/>
                        </a:solidFill>
                        <a:effectLst/>
                        <a:uLnTx/>
                        <a:uFillTx/>
                        <a:latin typeface="Arial Narrow" panose="020B0606020202030204" pitchFamily="34" charset="0"/>
                        <a:ea typeface="LG스마트체 Regular" panose="020B0600000101010101" pitchFamily="50" charset="-127"/>
                        <a:cs typeface="Arial" panose="020B0604020202020204" pitchFamily="34" charset="0"/>
                        <a:sym typeface="Wingdings" pitchFamily="2" charset="2"/>
                      </a:endParaRPr>
                    </a:p>
                  </a:txBody>
                  <a:tcPr marL="0" marR="0" marT="0" marB="0" anchor="ctr">
                    <a:lnL w="3175" cap="flat" cmpd="sng" algn="ctr">
                      <a:solidFill>
                        <a:schemeClr val="tx1">
                          <a:lumMod val="65000"/>
                          <a:lumOff val="35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en-US" altLang="ko-KR" sz="900" b="1" i="0" u="none" strike="noStrike" kern="1200" cap="none" spc="-30" normalizeH="0" baseline="0" noProof="0" dirty="0">
                        <a:ln>
                          <a:noFill/>
                        </a:ln>
                        <a:solidFill>
                          <a:schemeClr val="tx1"/>
                        </a:solidFill>
                        <a:effectLst/>
                        <a:uLnTx/>
                        <a:uFillTx/>
                        <a:latin typeface="Arial Narrow" panose="020B0606020202030204" pitchFamily="34" charset="0"/>
                        <a:ea typeface="LG스마트체 Regular" panose="020B0600000101010101" pitchFamily="50" charset="-127"/>
                        <a:cs typeface="Arial" panose="020B0604020202020204" pitchFamily="34" charset="0"/>
                        <a:sym typeface="Wingdings" pitchFamily="2" charset="2"/>
                      </a:endParaRPr>
                    </a:p>
                  </a:txBody>
                  <a:tcPr marL="0" marR="0" marT="0" marB="0" anchor="ctr">
                    <a:lnL w="3175" cap="flat" cmpd="sng" algn="ctr">
                      <a:solidFill>
                        <a:schemeClr val="bg1">
                          <a:lumMod val="50000"/>
                        </a:schemeClr>
                      </a:solidFill>
                      <a:prstDash val="solid"/>
                      <a:round/>
                      <a:headEnd type="none" w="med" len="med"/>
                      <a:tailEnd type="none" w="med" len="med"/>
                    </a:lnL>
                    <a:lnR w="9525" cap="flat" cmpd="sng" algn="ctr">
                      <a:solidFill>
                        <a:schemeClr val="tx1">
                          <a:lumMod val="65000"/>
                          <a:lumOff val="35000"/>
                        </a:schemeClr>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noFill/>
                  </a:tcPr>
                </a:tc>
                <a:extLst>
                  <a:ext uri="{0D108BD9-81ED-4DB2-BD59-A6C34878D82A}">
                    <a16:rowId xmlns:a16="http://schemas.microsoft.com/office/drawing/2014/main" val="10004"/>
                  </a:ext>
                </a:extLst>
              </a:tr>
              <a:tr h="118836">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700" b="1" i="0" u="none" strike="noStrike" spc="0" baseline="0" dirty="0">
                          <a:solidFill>
                            <a:schemeClr val="tx1"/>
                          </a:solidFill>
                          <a:effectLst/>
                          <a:latin typeface="Arial Narrow" panose="020B0606020202030204" pitchFamily="34" charset="0"/>
                          <a:ea typeface="LG스마트체 Regular" panose="020B0600000101010101" pitchFamily="50" charset="-127"/>
                        </a:rPr>
                        <a:t>안전환경</a:t>
                      </a:r>
                      <a:endParaRPr lang="en-US" altLang="ko-KR" sz="700" b="1" i="0" u="none" strike="noStrike" spc="0" baseline="0" dirty="0">
                        <a:solidFill>
                          <a:schemeClr val="tx1"/>
                        </a:solidFill>
                        <a:effectLst/>
                        <a:latin typeface="Arial Narrow" panose="020B0606020202030204" pitchFamily="34" charset="0"/>
                        <a:ea typeface="LG스마트체 Regular" panose="020B0600000101010101" pitchFamily="50" charset="-127"/>
                      </a:endParaRPr>
                    </a:p>
                  </a:txBody>
                  <a:tcPr marL="0" marR="0" marT="0" marB="0" anchor="ctr">
                    <a:lnL w="9525" cap="flat" cmpd="sng" algn="ctr">
                      <a:solidFill>
                        <a:schemeClr val="tx1">
                          <a:lumMod val="65000"/>
                          <a:lumOff val="35000"/>
                        </a:schemeClr>
                      </a:solidFill>
                      <a:prstDash val="solid"/>
                      <a:round/>
                      <a:headEnd type="none" w="med" len="med"/>
                      <a:tailEnd type="none" w="med" len="med"/>
                    </a:lnL>
                    <a:lnR w="3175" cap="flat" cmpd="sng" algn="ctr">
                      <a:solidFill>
                        <a:schemeClr val="tx1">
                          <a:lumMod val="65000"/>
                          <a:lumOff val="35000"/>
                        </a:schemeClr>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solidFill>
                      <a:schemeClr val="bg1">
                        <a:lumMod val="9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en-US" altLang="ko-KR" sz="900" b="1" i="0" u="none" strike="noStrike" kern="1200" cap="none" spc="-30" normalizeH="0" baseline="0" noProof="0" dirty="0">
                        <a:ln>
                          <a:noFill/>
                        </a:ln>
                        <a:solidFill>
                          <a:schemeClr val="tx1"/>
                        </a:solidFill>
                        <a:effectLst/>
                        <a:uLnTx/>
                        <a:uFillTx/>
                        <a:latin typeface="Arial Narrow" panose="020B0606020202030204" pitchFamily="34" charset="0"/>
                        <a:ea typeface="LG스마트체 Regular" panose="020B0600000101010101" pitchFamily="50" charset="-127"/>
                        <a:cs typeface="Arial" panose="020B0604020202020204" pitchFamily="34" charset="0"/>
                        <a:sym typeface="Wingdings" pitchFamily="2" charset="2"/>
                      </a:endParaRPr>
                    </a:p>
                  </a:txBody>
                  <a:tcPr marL="0" marR="0" marT="0" marB="0" anchor="ctr">
                    <a:lnL w="3175" cap="flat" cmpd="sng" algn="ctr">
                      <a:solidFill>
                        <a:schemeClr val="tx1">
                          <a:lumMod val="65000"/>
                          <a:lumOff val="35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en-US" altLang="ko-KR" sz="900" b="1" i="0" u="none" strike="noStrike" kern="1200" cap="none" spc="-30" normalizeH="0" baseline="0" noProof="0" dirty="0">
                        <a:ln>
                          <a:noFill/>
                        </a:ln>
                        <a:solidFill>
                          <a:schemeClr val="tx1"/>
                        </a:solidFill>
                        <a:effectLst/>
                        <a:uLnTx/>
                        <a:uFillTx/>
                        <a:latin typeface="Arial Narrow" panose="020B0606020202030204" pitchFamily="34" charset="0"/>
                        <a:ea typeface="LG스마트체 Regular" panose="020B0600000101010101" pitchFamily="50" charset="-127"/>
                        <a:cs typeface="Arial" panose="020B0604020202020204" pitchFamily="34" charset="0"/>
                        <a:sym typeface="Wingdings" pitchFamily="2" charset="2"/>
                      </a:endParaRPr>
                    </a:p>
                  </a:txBody>
                  <a:tcPr marL="0" marR="0" marT="0" marB="0" anchor="ctr">
                    <a:lnL w="3175" cap="flat" cmpd="sng" algn="ctr">
                      <a:solidFill>
                        <a:schemeClr val="bg1">
                          <a:lumMod val="50000"/>
                        </a:schemeClr>
                      </a:solidFill>
                      <a:prstDash val="solid"/>
                      <a:round/>
                      <a:headEnd type="none" w="med" len="med"/>
                      <a:tailEnd type="none" w="med" len="med"/>
                    </a:lnL>
                    <a:lnR w="9525" cap="flat" cmpd="sng" algn="ctr">
                      <a:solidFill>
                        <a:schemeClr val="tx1">
                          <a:lumMod val="65000"/>
                          <a:lumOff val="35000"/>
                        </a:schemeClr>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noFill/>
                  </a:tcPr>
                </a:tc>
                <a:extLst>
                  <a:ext uri="{0D108BD9-81ED-4DB2-BD59-A6C34878D82A}">
                    <a16:rowId xmlns:a16="http://schemas.microsoft.com/office/drawing/2014/main" val="10005"/>
                  </a:ext>
                </a:extLst>
              </a:tr>
              <a:tr h="118836">
                <a:tc>
                  <a:txBody>
                    <a:bodyPr/>
                    <a:lstStyle/>
                    <a:p>
                      <a:pPr marL="0" marR="0" indent="0" algn="ctr" defTabSz="914400" rtl="0" eaLnBrk="1" fontAlgn="auto" latinLnBrk="1" hangingPunct="1">
                        <a:lnSpc>
                          <a:spcPct val="100000"/>
                        </a:lnSpc>
                        <a:spcBef>
                          <a:spcPts val="0"/>
                        </a:spcBef>
                        <a:spcAft>
                          <a:spcPts val="0"/>
                        </a:spcAft>
                        <a:buClrTx/>
                        <a:buSzTx/>
                        <a:buFontTx/>
                        <a:buNone/>
                        <a:tabLst/>
                        <a:defRPr/>
                      </a:pPr>
                      <a:r>
                        <a:rPr lang="ko-KR" altLang="en-US" sz="700" b="1" i="0" u="none" strike="noStrike" spc="0" baseline="0" dirty="0">
                          <a:solidFill>
                            <a:schemeClr val="tx1"/>
                          </a:solidFill>
                          <a:effectLst/>
                          <a:latin typeface="Arial Narrow" panose="020B0606020202030204" pitchFamily="34" charset="0"/>
                          <a:ea typeface="LG스마트체 Regular" panose="020B0600000101010101" pitchFamily="50" charset="-127"/>
                        </a:rPr>
                        <a:t>고객가치</a:t>
                      </a:r>
                      <a:endParaRPr lang="en-US" altLang="ko-KR" sz="700" b="1" i="0" u="none" strike="noStrike" spc="0" baseline="0" dirty="0">
                        <a:solidFill>
                          <a:schemeClr val="tx1"/>
                        </a:solidFill>
                        <a:effectLst/>
                        <a:latin typeface="Arial Narrow" panose="020B0606020202030204" pitchFamily="34" charset="0"/>
                        <a:ea typeface="LG스마트체 Regular" panose="020B0600000101010101" pitchFamily="50" charset="-127"/>
                      </a:endParaRPr>
                    </a:p>
                  </a:txBody>
                  <a:tcPr marL="0" marR="0" marT="0" marB="0" anchor="ctr">
                    <a:lnL w="9525" cap="flat" cmpd="sng" algn="ctr">
                      <a:solidFill>
                        <a:schemeClr val="tx1">
                          <a:lumMod val="65000"/>
                          <a:lumOff val="35000"/>
                        </a:schemeClr>
                      </a:solidFill>
                      <a:prstDash val="solid"/>
                      <a:round/>
                      <a:headEnd type="none" w="med" len="med"/>
                      <a:tailEnd type="none" w="med" len="med"/>
                    </a:lnL>
                    <a:lnR w="3175" cap="flat" cmpd="sng" algn="ctr">
                      <a:solidFill>
                        <a:schemeClr val="tx1">
                          <a:lumMod val="65000"/>
                          <a:lumOff val="35000"/>
                        </a:schemeClr>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9525" cap="flat" cmpd="sng" algn="ctr">
                      <a:solidFill>
                        <a:schemeClr val="tx1">
                          <a:lumMod val="65000"/>
                          <a:lumOff val="35000"/>
                        </a:schemeClr>
                      </a:solidFill>
                      <a:prstDash val="solid"/>
                      <a:round/>
                      <a:headEnd type="none" w="med" len="med"/>
                      <a:tailEnd type="none" w="med" len="med"/>
                    </a:lnB>
                    <a:solidFill>
                      <a:schemeClr val="bg1">
                        <a:lumMod val="9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en-US" altLang="ko-KR" sz="900" b="1" i="0" u="none" strike="noStrike" kern="1200" cap="none" spc="-30" normalizeH="0" baseline="0" noProof="0" dirty="0">
                        <a:ln>
                          <a:noFill/>
                        </a:ln>
                        <a:solidFill>
                          <a:schemeClr val="tx1"/>
                        </a:solidFill>
                        <a:effectLst/>
                        <a:uLnTx/>
                        <a:uFillTx/>
                        <a:latin typeface="Arial Narrow" panose="020B0606020202030204" pitchFamily="34" charset="0"/>
                        <a:ea typeface="LG스마트체 Regular" panose="020B0600000101010101" pitchFamily="50" charset="-127"/>
                        <a:cs typeface="Arial" panose="020B0604020202020204" pitchFamily="34" charset="0"/>
                        <a:sym typeface="Wingdings" pitchFamily="2" charset="2"/>
                      </a:endParaRPr>
                    </a:p>
                  </a:txBody>
                  <a:tcPr marL="0" marR="0" marT="0" marB="0" anchor="ctr">
                    <a:lnL w="3175" cap="flat" cmpd="sng" algn="ctr">
                      <a:solidFill>
                        <a:schemeClr val="tx1">
                          <a:lumMod val="65000"/>
                          <a:lumOff val="35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9525" cap="flat" cmpd="sng" algn="ctr">
                      <a:solidFill>
                        <a:schemeClr val="tx1">
                          <a:lumMod val="65000"/>
                          <a:lumOff val="35000"/>
                        </a:schemeClr>
                      </a:solidFill>
                      <a:prstDash val="solid"/>
                      <a:round/>
                      <a:headEnd type="none" w="med" len="med"/>
                      <a:tailEnd type="none" w="med" len="med"/>
                    </a:lnB>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en-US" altLang="ko-KR" sz="900" b="1" i="0" u="none" strike="noStrike" kern="1200" cap="none" spc="-30" normalizeH="0" baseline="0" noProof="0" dirty="0">
                        <a:ln>
                          <a:noFill/>
                        </a:ln>
                        <a:solidFill>
                          <a:schemeClr val="tx1"/>
                        </a:solidFill>
                        <a:effectLst/>
                        <a:uLnTx/>
                        <a:uFillTx/>
                        <a:latin typeface="Arial Narrow" panose="020B0606020202030204" pitchFamily="34" charset="0"/>
                        <a:ea typeface="LG스마트체 Regular" panose="020B0600000101010101" pitchFamily="50" charset="-127"/>
                        <a:cs typeface="Arial" panose="020B0604020202020204" pitchFamily="34" charset="0"/>
                        <a:sym typeface="Wingdings" pitchFamily="2" charset="2"/>
                      </a:endParaRPr>
                    </a:p>
                  </a:txBody>
                  <a:tcPr marL="0" marR="0" marT="0" marB="0" anchor="ctr">
                    <a:lnL w="3175" cap="flat" cmpd="sng" algn="ctr">
                      <a:solidFill>
                        <a:schemeClr val="bg1">
                          <a:lumMod val="50000"/>
                        </a:schemeClr>
                      </a:solidFill>
                      <a:prstDash val="solid"/>
                      <a:round/>
                      <a:headEnd type="none" w="med" len="med"/>
                      <a:tailEnd type="none" w="med" len="med"/>
                    </a:lnL>
                    <a:lnR w="9525" cap="flat" cmpd="sng" algn="ctr">
                      <a:solidFill>
                        <a:schemeClr val="tx1">
                          <a:lumMod val="65000"/>
                          <a:lumOff val="35000"/>
                        </a:schemeClr>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9525" cap="flat" cmpd="sng" algn="ctr">
                      <a:solidFill>
                        <a:schemeClr val="tx1">
                          <a:lumMod val="65000"/>
                          <a:lumOff val="35000"/>
                        </a:schemeClr>
                      </a:solidFill>
                      <a:prstDash val="solid"/>
                      <a:round/>
                      <a:headEnd type="none" w="med" len="med"/>
                      <a:tailEnd type="none" w="med" len="med"/>
                    </a:lnB>
                    <a:noFill/>
                  </a:tcPr>
                </a:tc>
                <a:extLst>
                  <a:ext uri="{0D108BD9-81ED-4DB2-BD59-A6C34878D82A}">
                    <a16:rowId xmlns:a16="http://schemas.microsoft.com/office/drawing/2014/main" val="2411280698"/>
                  </a:ext>
                </a:extLst>
              </a:tr>
            </a:tbl>
          </a:graphicData>
        </a:graphic>
      </p:graphicFrame>
      <p:graphicFrame>
        <p:nvGraphicFramePr>
          <p:cNvPr id="106" name="표 105">
            <a:extLst>
              <a:ext uri="{FF2B5EF4-FFF2-40B4-BE49-F238E27FC236}">
                <a16:creationId xmlns:a16="http://schemas.microsoft.com/office/drawing/2014/main" id="{01739F50-273D-88B9-0185-931B6BCAB9B7}"/>
              </a:ext>
            </a:extLst>
          </p:cNvPr>
          <p:cNvGraphicFramePr>
            <a:graphicFrameLocks noGrp="1"/>
          </p:cNvGraphicFramePr>
          <p:nvPr/>
        </p:nvGraphicFramePr>
        <p:xfrm>
          <a:off x="7090565" y="28296"/>
          <a:ext cx="1658127" cy="259080"/>
        </p:xfrm>
        <a:graphic>
          <a:graphicData uri="http://schemas.openxmlformats.org/drawingml/2006/table">
            <a:tbl>
              <a:tblPr firstRow="1" bandRow="1">
                <a:tableStyleId>{5940675A-B579-460E-94D1-54222C63F5DA}</a:tableStyleId>
              </a:tblPr>
              <a:tblGrid>
                <a:gridCol w="192124">
                  <a:extLst>
                    <a:ext uri="{9D8B030D-6E8A-4147-A177-3AD203B41FA5}">
                      <a16:colId xmlns:a16="http://schemas.microsoft.com/office/drawing/2014/main" val="20000"/>
                    </a:ext>
                  </a:extLst>
                </a:gridCol>
                <a:gridCol w="209429">
                  <a:extLst>
                    <a:ext uri="{9D8B030D-6E8A-4147-A177-3AD203B41FA5}">
                      <a16:colId xmlns:a16="http://schemas.microsoft.com/office/drawing/2014/main" val="20001"/>
                    </a:ext>
                  </a:extLst>
                </a:gridCol>
                <a:gridCol w="209429">
                  <a:extLst>
                    <a:ext uri="{9D8B030D-6E8A-4147-A177-3AD203B41FA5}">
                      <a16:colId xmlns:a16="http://schemas.microsoft.com/office/drawing/2014/main" val="20002"/>
                    </a:ext>
                  </a:extLst>
                </a:gridCol>
                <a:gridCol w="209429">
                  <a:extLst>
                    <a:ext uri="{9D8B030D-6E8A-4147-A177-3AD203B41FA5}">
                      <a16:colId xmlns:a16="http://schemas.microsoft.com/office/drawing/2014/main" val="20003"/>
                    </a:ext>
                  </a:extLst>
                </a:gridCol>
                <a:gridCol w="209429">
                  <a:extLst>
                    <a:ext uri="{9D8B030D-6E8A-4147-A177-3AD203B41FA5}">
                      <a16:colId xmlns:a16="http://schemas.microsoft.com/office/drawing/2014/main" val="20004"/>
                    </a:ext>
                  </a:extLst>
                </a:gridCol>
                <a:gridCol w="209429">
                  <a:extLst>
                    <a:ext uri="{9D8B030D-6E8A-4147-A177-3AD203B41FA5}">
                      <a16:colId xmlns:a16="http://schemas.microsoft.com/office/drawing/2014/main" val="20005"/>
                    </a:ext>
                  </a:extLst>
                </a:gridCol>
                <a:gridCol w="209429">
                  <a:extLst>
                    <a:ext uri="{9D8B030D-6E8A-4147-A177-3AD203B41FA5}">
                      <a16:colId xmlns:a16="http://schemas.microsoft.com/office/drawing/2014/main" val="20006"/>
                    </a:ext>
                  </a:extLst>
                </a:gridCol>
                <a:gridCol w="209429">
                  <a:extLst>
                    <a:ext uri="{9D8B030D-6E8A-4147-A177-3AD203B41FA5}">
                      <a16:colId xmlns:a16="http://schemas.microsoft.com/office/drawing/2014/main" val="20007"/>
                    </a:ext>
                  </a:extLst>
                </a:gridCol>
              </a:tblGrid>
              <a:tr h="0">
                <a:tc rowSpan="2">
                  <a:txBody>
                    <a:bodyPr/>
                    <a:lstStyle/>
                    <a:p>
                      <a:pPr algn="l" latinLnBrk="1"/>
                      <a:r>
                        <a:rPr lang="ko-KR" altLang="en-US" sz="800" b="1" spc="-100" baseline="0" dirty="0">
                          <a:latin typeface="Arial Narrow" panose="020B0606020202030204" pitchFamily="34" charset="0"/>
                          <a:ea typeface="LG스마트체 Regular" panose="020B0600000101010101" pitchFamily="50" charset="-127"/>
                        </a:rPr>
                        <a:t>전파</a:t>
                      </a:r>
                      <a:endParaRPr lang="en-US" altLang="ko-KR" sz="800" b="1" spc="-100" baseline="0" dirty="0">
                        <a:latin typeface="Arial Narrow" panose="020B0606020202030204" pitchFamily="34" charset="0"/>
                        <a:ea typeface="LG스마트체 Regular" panose="020B0600000101010101" pitchFamily="50" charset="-127"/>
                      </a:endParaRPr>
                    </a:p>
                  </a:txBody>
                  <a:tcPr marL="0" marR="0" marT="0" marB="0" anchor="ctr">
                    <a:lnL w="9525" cap="flat" cmpd="sng" algn="ctr">
                      <a:noFill/>
                      <a:prstDash val="solid"/>
                      <a:round/>
                      <a:headEnd type="none" w="med" len="med"/>
                      <a:tailEnd type="none" w="med" len="med"/>
                    </a:lnL>
                    <a:lnR w="9525" cap="flat" cmpd="sng" algn="ctr">
                      <a:solidFill>
                        <a:schemeClr val="bg1">
                          <a:lumMod val="65000"/>
                        </a:schemeClr>
                      </a:solidFill>
                      <a:prstDash val="solid"/>
                      <a:round/>
                      <a:headEnd type="none" w="med" len="med"/>
                      <a:tailEnd type="none" w="med" len="med"/>
                    </a:lnR>
                    <a:lnT w="9525" cap="flat" cmpd="sng" algn="ctr">
                      <a:solidFill>
                        <a:schemeClr val="bg1">
                          <a:lumMod val="65000"/>
                        </a:schemeClr>
                      </a:solidFill>
                      <a:prstDash val="solid"/>
                      <a:round/>
                      <a:headEnd type="none" w="med" len="med"/>
                      <a:tailEnd type="none" w="med" len="med"/>
                    </a:lnT>
                    <a:lnB w="9525" cap="flat" cmpd="sng" algn="ctr">
                      <a:solidFill>
                        <a:schemeClr val="bg1">
                          <a:lumMod val="65000"/>
                        </a:schemeClr>
                      </a:solidFill>
                      <a:prstDash val="solid"/>
                      <a:round/>
                      <a:headEnd type="none" w="med" len="med"/>
                      <a:tailEnd type="none" w="med" len="med"/>
                    </a:lnB>
                    <a:solidFill>
                      <a:schemeClr val="bg1">
                        <a:lumMod val="95000"/>
                      </a:schemeClr>
                    </a:solidFill>
                  </a:tcPr>
                </a:tc>
                <a:tc>
                  <a:txBody>
                    <a:bodyPr/>
                    <a:lstStyle/>
                    <a:p>
                      <a:pPr algn="ctr" latinLnBrk="1"/>
                      <a:r>
                        <a:rPr lang="ko-KR" altLang="en-US" sz="800" b="1" kern="900" spc="-100" baseline="0" dirty="0">
                          <a:latin typeface="Arial Narrow" panose="020B0606020202030204" pitchFamily="34" charset="0"/>
                          <a:ea typeface="LG스마트체 Regular" panose="020B0600000101010101" pitchFamily="50" charset="-127"/>
                        </a:rPr>
                        <a:t>광학 </a:t>
                      </a:r>
                    </a:p>
                  </a:txBody>
                  <a:tcPr marL="0" marR="0" marT="0" marB="0" anchor="ctr">
                    <a:lnL w="9525" cap="flat" cmpd="sng" algn="ctr">
                      <a:solidFill>
                        <a:schemeClr val="bg1">
                          <a:lumMod val="65000"/>
                        </a:schemeClr>
                      </a:solidFill>
                      <a:prstDash val="solid"/>
                      <a:round/>
                      <a:headEnd type="none" w="med" len="med"/>
                      <a:tailEnd type="none" w="med" len="med"/>
                    </a:lnL>
                    <a:lnR w="9525" cap="flat" cmpd="sng" algn="ctr">
                      <a:solidFill>
                        <a:schemeClr val="bg1">
                          <a:lumMod val="65000"/>
                        </a:schemeClr>
                      </a:solidFill>
                      <a:prstDash val="solid"/>
                      <a:round/>
                      <a:headEnd type="none" w="med" len="med"/>
                      <a:tailEnd type="none" w="med" len="med"/>
                    </a:lnR>
                    <a:lnT w="9525" cap="flat" cmpd="sng" algn="ctr">
                      <a:solidFill>
                        <a:schemeClr val="bg1">
                          <a:lumMod val="65000"/>
                        </a:schemeClr>
                      </a:solidFill>
                      <a:prstDash val="solid"/>
                      <a:round/>
                      <a:headEnd type="none" w="med" len="med"/>
                      <a:tailEnd type="none" w="med" len="med"/>
                    </a:lnT>
                    <a:lnB w="9525" cap="flat" cmpd="sng" algn="ctr">
                      <a:solidFill>
                        <a:schemeClr val="bg1">
                          <a:lumMod val="65000"/>
                        </a:schemeClr>
                      </a:solidFill>
                      <a:prstDash val="solid"/>
                      <a:round/>
                      <a:headEnd type="none" w="med" len="med"/>
                      <a:tailEnd type="none" w="med" len="med"/>
                    </a:lnB>
                    <a:solidFill>
                      <a:schemeClr val="bg1">
                        <a:lumMod val="95000"/>
                      </a:schemeClr>
                    </a:solidFill>
                  </a:tcPr>
                </a:tc>
                <a:tc>
                  <a:txBody>
                    <a:bodyPr/>
                    <a:lstStyle/>
                    <a:p>
                      <a:pPr algn="ctr" latinLnBrk="1"/>
                      <a:r>
                        <a:rPr lang="ko-KR" altLang="en-US" sz="800" b="1" kern="900" spc="-100" baseline="0" dirty="0">
                          <a:latin typeface="Arial Narrow" panose="020B0606020202030204" pitchFamily="34" charset="0"/>
                          <a:ea typeface="LG스마트체 Regular" panose="020B0600000101010101" pitchFamily="50" charset="-127"/>
                        </a:rPr>
                        <a:t>기판</a:t>
                      </a:r>
                    </a:p>
                  </a:txBody>
                  <a:tcPr marL="0" marR="0" marT="0" marB="0" anchor="ctr">
                    <a:lnL w="9525" cap="flat" cmpd="sng" algn="ctr">
                      <a:solidFill>
                        <a:schemeClr val="bg1">
                          <a:lumMod val="65000"/>
                        </a:schemeClr>
                      </a:solidFill>
                      <a:prstDash val="solid"/>
                      <a:round/>
                      <a:headEnd type="none" w="med" len="med"/>
                      <a:tailEnd type="none" w="med" len="med"/>
                    </a:lnL>
                    <a:lnR w="9525" cap="flat" cmpd="sng" algn="ctr">
                      <a:solidFill>
                        <a:schemeClr val="bg1">
                          <a:lumMod val="65000"/>
                        </a:schemeClr>
                      </a:solidFill>
                      <a:prstDash val="solid"/>
                      <a:round/>
                      <a:headEnd type="none" w="med" len="med"/>
                      <a:tailEnd type="none" w="med" len="med"/>
                    </a:lnR>
                    <a:lnT w="9525" cap="flat" cmpd="sng" algn="ctr">
                      <a:solidFill>
                        <a:schemeClr val="bg1">
                          <a:lumMod val="65000"/>
                        </a:schemeClr>
                      </a:solidFill>
                      <a:prstDash val="solid"/>
                      <a:round/>
                      <a:headEnd type="none" w="med" len="med"/>
                      <a:tailEnd type="none" w="med" len="med"/>
                    </a:lnT>
                    <a:lnB w="9525" cap="flat" cmpd="sng" algn="ctr">
                      <a:solidFill>
                        <a:schemeClr val="bg1">
                          <a:lumMod val="65000"/>
                        </a:schemeClr>
                      </a:solidFill>
                      <a:prstDash val="solid"/>
                      <a:round/>
                      <a:headEnd type="none" w="med" len="med"/>
                      <a:tailEnd type="none" w="med" len="med"/>
                    </a:lnB>
                    <a:solidFill>
                      <a:schemeClr val="bg1">
                        <a:lumMod val="95000"/>
                      </a:schemeClr>
                    </a:solidFill>
                  </a:tcPr>
                </a:tc>
                <a:tc>
                  <a:txBody>
                    <a:bodyPr/>
                    <a:lstStyle/>
                    <a:p>
                      <a:pPr algn="ctr" latinLnBrk="1"/>
                      <a:r>
                        <a:rPr lang="ko-KR" altLang="en-US" sz="800" b="1" kern="900" spc="-100" baseline="0" dirty="0">
                          <a:latin typeface="Arial Narrow" panose="020B0606020202030204" pitchFamily="34" charset="0"/>
                          <a:ea typeface="LG스마트체 Regular" panose="020B0600000101010101" pitchFamily="50" charset="-127"/>
                        </a:rPr>
                        <a:t>전장</a:t>
                      </a:r>
                    </a:p>
                  </a:txBody>
                  <a:tcPr marL="0" marR="0" marT="0" marB="0" anchor="ctr">
                    <a:lnL w="9525" cap="flat" cmpd="sng" algn="ctr">
                      <a:solidFill>
                        <a:schemeClr val="bg1">
                          <a:lumMod val="65000"/>
                        </a:schemeClr>
                      </a:solidFill>
                      <a:prstDash val="solid"/>
                      <a:round/>
                      <a:headEnd type="none" w="med" len="med"/>
                      <a:tailEnd type="none" w="med" len="med"/>
                    </a:lnL>
                    <a:lnR w="9525" cap="flat" cmpd="sng" algn="ctr">
                      <a:solidFill>
                        <a:schemeClr val="bg1">
                          <a:lumMod val="65000"/>
                        </a:schemeClr>
                      </a:solidFill>
                      <a:prstDash val="solid"/>
                      <a:round/>
                      <a:headEnd type="none" w="med" len="med"/>
                      <a:tailEnd type="none" w="med" len="med"/>
                    </a:lnR>
                    <a:lnT w="9525" cap="flat" cmpd="sng" algn="ctr">
                      <a:solidFill>
                        <a:schemeClr val="bg1">
                          <a:lumMod val="65000"/>
                        </a:schemeClr>
                      </a:solidFill>
                      <a:prstDash val="solid"/>
                      <a:round/>
                      <a:headEnd type="none" w="med" len="med"/>
                      <a:tailEnd type="none" w="med" len="med"/>
                    </a:lnT>
                    <a:lnB w="9525" cap="flat" cmpd="sng" algn="ctr">
                      <a:solidFill>
                        <a:schemeClr val="bg1">
                          <a:lumMod val="65000"/>
                        </a:schemeClr>
                      </a:solidFill>
                      <a:prstDash val="solid"/>
                      <a:round/>
                      <a:headEnd type="none" w="med" len="med"/>
                      <a:tailEnd type="none" w="med" len="med"/>
                    </a:lnB>
                    <a:solidFill>
                      <a:schemeClr val="bg1">
                        <a:lumMod val="95000"/>
                      </a:schemeClr>
                    </a:solidFill>
                  </a:tcPr>
                </a:tc>
                <a:tc>
                  <a:txBody>
                    <a:bodyPr/>
                    <a:lstStyle/>
                    <a:p>
                      <a:pPr algn="ctr" latinLnBrk="1"/>
                      <a:r>
                        <a:rPr lang="en-US" altLang="ko-KR" sz="800" b="1" kern="900" spc="-100" baseline="0" dirty="0">
                          <a:latin typeface="Arial Narrow" panose="020B0606020202030204" pitchFamily="34" charset="0"/>
                          <a:ea typeface="LG스마트체 Regular" panose="020B0600000101010101" pitchFamily="50" charset="-127"/>
                        </a:rPr>
                        <a:t>CTO</a:t>
                      </a:r>
                      <a:endParaRPr lang="ko-KR" altLang="en-US" sz="800" b="1" kern="900" spc="-100" baseline="0" dirty="0">
                        <a:latin typeface="Arial Narrow" panose="020B0606020202030204" pitchFamily="34" charset="0"/>
                        <a:ea typeface="LG스마트체 Regular" panose="020B0600000101010101" pitchFamily="50" charset="-127"/>
                      </a:endParaRPr>
                    </a:p>
                  </a:txBody>
                  <a:tcPr marL="0" marR="0" marT="0" marB="0" anchor="ctr">
                    <a:lnL w="9525" cap="flat" cmpd="sng" algn="ctr">
                      <a:solidFill>
                        <a:schemeClr val="bg1">
                          <a:lumMod val="65000"/>
                        </a:schemeClr>
                      </a:solidFill>
                      <a:prstDash val="solid"/>
                      <a:round/>
                      <a:headEnd type="none" w="med" len="med"/>
                      <a:tailEnd type="none" w="med" len="med"/>
                    </a:lnL>
                    <a:lnR w="9525" cap="flat" cmpd="sng" algn="ctr">
                      <a:solidFill>
                        <a:schemeClr val="bg1">
                          <a:lumMod val="65000"/>
                        </a:schemeClr>
                      </a:solidFill>
                      <a:prstDash val="solid"/>
                      <a:round/>
                      <a:headEnd type="none" w="med" len="med"/>
                      <a:tailEnd type="none" w="med" len="med"/>
                    </a:lnR>
                    <a:lnT w="9525" cap="flat" cmpd="sng" algn="ctr">
                      <a:solidFill>
                        <a:schemeClr val="bg1">
                          <a:lumMod val="65000"/>
                        </a:schemeClr>
                      </a:solidFill>
                      <a:prstDash val="solid"/>
                      <a:round/>
                      <a:headEnd type="none" w="med" len="med"/>
                      <a:tailEnd type="none" w="med" len="med"/>
                    </a:lnT>
                    <a:lnB w="9525" cap="flat" cmpd="sng" algn="ctr">
                      <a:solidFill>
                        <a:schemeClr val="bg1">
                          <a:lumMod val="65000"/>
                        </a:schemeClr>
                      </a:solidFill>
                      <a:prstDash val="solid"/>
                      <a:round/>
                      <a:headEnd type="none" w="med" len="med"/>
                      <a:tailEnd type="none" w="med" len="med"/>
                    </a:lnB>
                    <a:solidFill>
                      <a:schemeClr val="bg1">
                        <a:lumMod val="95000"/>
                      </a:schemeClr>
                    </a:solidFill>
                  </a:tcPr>
                </a:tc>
                <a:tc>
                  <a:txBody>
                    <a:bodyPr/>
                    <a:lstStyle/>
                    <a:p>
                      <a:pPr algn="ctr" latinLnBrk="1"/>
                      <a:r>
                        <a:rPr lang="ko-KR" altLang="en-US" sz="800" b="1" kern="900" spc="-100" baseline="0" dirty="0">
                          <a:latin typeface="Arial Narrow" panose="020B0606020202030204" pitchFamily="34" charset="0"/>
                          <a:ea typeface="LG스마트체 Regular" panose="020B0600000101010101" pitchFamily="50" charset="-127"/>
                        </a:rPr>
                        <a:t>전자</a:t>
                      </a:r>
                    </a:p>
                  </a:txBody>
                  <a:tcPr marL="0" marR="0" marT="0" marB="0" anchor="ctr">
                    <a:lnL w="9525" cap="flat" cmpd="sng" algn="ctr">
                      <a:solidFill>
                        <a:schemeClr val="bg1">
                          <a:lumMod val="65000"/>
                        </a:schemeClr>
                      </a:solidFill>
                      <a:prstDash val="solid"/>
                      <a:round/>
                      <a:headEnd type="none" w="med" len="med"/>
                      <a:tailEnd type="none" w="med" len="med"/>
                    </a:lnL>
                    <a:lnR w="9525" cap="flat" cmpd="sng" algn="ctr">
                      <a:solidFill>
                        <a:schemeClr val="bg1">
                          <a:lumMod val="65000"/>
                        </a:schemeClr>
                      </a:solidFill>
                      <a:prstDash val="solid"/>
                      <a:round/>
                      <a:headEnd type="none" w="med" len="med"/>
                      <a:tailEnd type="none" w="med" len="med"/>
                    </a:lnR>
                    <a:lnT w="9525" cap="flat" cmpd="sng" algn="ctr">
                      <a:solidFill>
                        <a:schemeClr val="bg1">
                          <a:lumMod val="65000"/>
                        </a:schemeClr>
                      </a:solidFill>
                      <a:prstDash val="solid"/>
                      <a:round/>
                      <a:headEnd type="none" w="med" len="med"/>
                      <a:tailEnd type="none" w="med" len="med"/>
                    </a:lnT>
                    <a:lnB w="9525" cap="flat" cmpd="sng" algn="ctr">
                      <a:solidFill>
                        <a:schemeClr val="bg1">
                          <a:lumMod val="65000"/>
                        </a:schemeClr>
                      </a:solidFill>
                      <a:prstDash val="solid"/>
                      <a:round/>
                      <a:headEnd type="none" w="med" len="med"/>
                      <a:tailEnd type="none" w="med" len="med"/>
                    </a:lnB>
                    <a:solidFill>
                      <a:schemeClr val="bg1">
                        <a:lumMod val="95000"/>
                      </a:schemeClr>
                    </a:solidFill>
                  </a:tcPr>
                </a:tc>
                <a:tc>
                  <a:txBody>
                    <a:bodyPr/>
                    <a:lstStyle/>
                    <a:p>
                      <a:pPr algn="ctr" latinLnBrk="1"/>
                      <a:r>
                        <a:rPr lang="ko-KR" altLang="en-US" sz="800" b="1" kern="900" spc="-100" baseline="0" dirty="0">
                          <a:latin typeface="Arial Narrow" panose="020B0606020202030204" pitchFamily="34" charset="0"/>
                          <a:ea typeface="LG스마트체 Regular" panose="020B0600000101010101" pitchFamily="50" charset="-127"/>
                        </a:rPr>
                        <a:t>생기</a:t>
                      </a:r>
                    </a:p>
                  </a:txBody>
                  <a:tcPr marL="0" marR="0" marT="0" marB="0" anchor="ctr">
                    <a:lnL w="9525" cap="flat" cmpd="sng" algn="ctr">
                      <a:solidFill>
                        <a:schemeClr val="bg1">
                          <a:lumMod val="65000"/>
                        </a:schemeClr>
                      </a:solidFill>
                      <a:prstDash val="solid"/>
                      <a:round/>
                      <a:headEnd type="none" w="med" len="med"/>
                      <a:tailEnd type="none" w="med" len="med"/>
                    </a:lnL>
                    <a:lnR w="9525" cap="flat" cmpd="sng" algn="ctr">
                      <a:solidFill>
                        <a:schemeClr val="bg1">
                          <a:lumMod val="65000"/>
                        </a:schemeClr>
                      </a:solidFill>
                      <a:prstDash val="solid"/>
                      <a:round/>
                      <a:headEnd type="none" w="med" len="med"/>
                      <a:tailEnd type="none" w="med" len="med"/>
                    </a:lnR>
                    <a:lnT w="9525" cap="flat" cmpd="sng" algn="ctr">
                      <a:solidFill>
                        <a:schemeClr val="bg1">
                          <a:lumMod val="65000"/>
                        </a:schemeClr>
                      </a:solidFill>
                      <a:prstDash val="solid"/>
                      <a:round/>
                      <a:headEnd type="none" w="med" len="med"/>
                      <a:tailEnd type="none" w="med" len="med"/>
                    </a:lnT>
                    <a:lnB w="9525" cap="flat" cmpd="sng" algn="ctr">
                      <a:solidFill>
                        <a:schemeClr val="bg1">
                          <a:lumMod val="65000"/>
                        </a:schemeClr>
                      </a:solidFill>
                      <a:prstDash val="solid"/>
                      <a:round/>
                      <a:headEnd type="none" w="med" len="med"/>
                      <a:tailEnd type="none" w="med" len="med"/>
                    </a:lnB>
                    <a:solidFill>
                      <a:schemeClr val="bg1">
                        <a:lumMod val="95000"/>
                      </a:schemeClr>
                    </a:solidFill>
                  </a:tcPr>
                </a:tc>
                <a:tc>
                  <a:txBody>
                    <a:bodyPr/>
                    <a:lstStyle/>
                    <a:p>
                      <a:pPr algn="ctr" latinLnBrk="1"/>
                      <a:r>
                        <a:rPr lang="ko-KR" altLang="en-US" sz="800" b="1" kern="900" spc="-100" baseline="0" dirty="0">
                          <a:latin typeface="Arial Narrow" panose="020B0606020202030204" pitchFamily="34" charset="0"/>
                          <a:ea typeface="LG스마트체 Regular" panose="020B0600000101010101" pitchFamily="50" charset="-127"/>
                        </a:rPr>
                        <a:t>품질</a:t>
                      </a:r>
                    </a:p>
                  </a:txBody>
                  <a:tcPr marL="0" marR="0" marT="0" marB="0" anchor="ctr">
                    <a:lnL w="9525" cap="flat" cmpd="sng" algn="ctr">
                      <a:solidFill>
                        <a:schemeClr val="bg1">
                          <a:lumMod val="65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bg1">
                          <a:lumMod val="65000"/>
                        </a:schemeClr>
                      </a:solidFill>
                      <a:prstDash val="solid"/>
                      <a:round/>
                      <a:headEnd type="none" w="med" len="med"/>
                      <a:tailEnd type="none" w="med" len="med"/>
                    </a:lnT>
                    <a:lnB w="9525" cap="flat" cmpd="sng" algn="ctr">
                      <a:solidFill>
                        <a:schemeClr val="bg1">
                          <a:lumMod val="65000"/>
                        </a:schemeClr>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0"/>
                  </a:ext>
                </a:extLst>
              </a:tr>
              <a:tr h="0">
                <a:tc vMerge="1">
                  <a:txBody>
                    <a:bodyPr/>
                    <a:lstStyle/>
                    <a:p>
                      <a:pPr algn="ctr" latinLnBrk="1"/>
                      <a:endParaRPr lang="ko-KR" altLang="en-US" sz="1000" dirty="0"/>
                    </a:p>
                  </a:txBody>
                  <a:tcPr anchor="ctr">
                    <a:lnL w="9525" cap="flat" cmpd="sng" algn="ctr">
                      <a:solidFill>
                        <a:schemeClr val="bg1">
                          <a:lumMod val="65000"/>
                        </a:schemeClr>
                      </a:solidFill>
                      <a:prstDash val="solid"/>
                      <a:round/>
                      <a:headEnd type="none" w="med" len="med"/>
                      <a:tailEnd type="none" w="med" len="med"/>
                    </a:lnL>
                    <a:lnR w="9525" cap="flat" cmpd="sng" algn="ctr">
                      <a:solidFill>
                        <a:schemeClr val="bg1">
                          <a:lumMod val="65000"/>
                        </a:schemeClr>
                      </a:solidFill>
                      <a:prstDash val="solid"/>
                      <a:round/>
                      <a:headEnd type="none" w="med" len="med"/>
                      <a:tailEnd type="none" w="med" len="med"/>
                    </a:lnR>
                    <a:lnT w="9525" cap="flat" cmpd="sng" algn="ctr">
                      <a:solidFill>
                        <a:schemeClr val="bg1">
                          <a:lumMod val="65000"/>
                        </a:schemeClr>
                      </a:solidFill>
                      <a:prstDash val="solid"/>
                      <a:round/>
                      <a:headEnd type="none" w="med" len="med"/>
                      <a:tailEnd type="none" w="med" len="med"/>
                    </a:lnT>
                    <a:lnB w="9525" cap="flat" cmpd="sng" algn="ctr">
                      <a:solidFill>
                        <a:schemeClr val="bg1">
                          <a:lumMod val="65000"/>
                        </a:schemeClr>
                      </a:solidFill>
                      <a:prstDash val="solid"/>
                      <a:round/>
                      <a:headEnd type="none" w="med" len="med"/>
                      <a:tailEnd type="none" w="med" len="med"/>
                    </a:lnB>
                    <a:solidFill>
                      <a:schemeClr val="bg1"/>
                    </a:solidFill>
                  </a:tcPr>
                </a:tc>
                <a:tc>
                  <a:txBody>
                    <a:bodyPr/>
                    <a:lstStyle/>
                    <a:p>
                      <a:pPr marL="0" marR="0" indent="0" algn="ctr" defTabSz="914400" rtl="0" eaLnBrk="1" fontAlgn="auto" latinLnBrk="1" hangingPunct="1">
                        <a:lnSpc>
                          <a:spcPct val="100000"/>
                        </a:lnSpc>
                        <a:spcBef>
                          <a:spcPts val="0"/>
                        </a:spcBef>
                        <a:spcAft>
                          <a:spcPts val="0"/>
                        </a:spcAft>
                        <a:buClrTx/>
                        <a:buSzTx/>
                        <a:buFontTx/>
                        <a:buNone/>
                        <a:tabLst/>
                        <a:defRPr/>
                      </a:pPr>
                      <a:r>
                        <a:rPr lang="ko-KR" altLang="en-US" sz="900" b="0" i="0" u="none" strike="noStrike" spc="-100" baseline="0" dirty="0">
                          <a:solidFill>
                            <a:srgbClr val="000000"/>
                          </a:solidFill>
                          <a:effectLst/>
                          <a:latin typeface="Arial Narrow" panose="020B0606020202030204" pitchFamily="34" charset="0"/>
                          <a:ea typeface="LG스마트체 Regular" panose="020B0600000101010101" pitchFamily="50" charset="-127"/>
                        </a:rPr>
                        <a:t>○</a:t>
                      </a:r>
                      <a:endParaRPr lang="en-US" altLang="ko-KR" sz="900" b="0" i="0" u="none" strike="noStrike" spc="-100" baseline="0" dirty="0">
                        <a:solidFill>
                          <a:srgbClr val="000000"/>
                        </a:solidFill>
                        <a:effectLst/>
                        <a:latin typeface="Arial Narrow" panose="020B0606020202030204" pitchFamily="34" charset="0"/>
                        <a:ea typeface="LG스마트체 Regular" panose="020B0600000101010101" pitchFamily="50" charset="-127"/>
                      </a:endParaRPr>
                    </a:p>
                  </a:txBody>
                  <a:tcPr marL="0" marR="0" marT="0" marB="0" anchor="ctr">
                    <a:lnL w="9525" cap="flat" cmpd="sng" algn="ctr">
                      <a:solidFill>
                        <a:schemeClr val="bg1">
                          <a:lumMod val="65000"/>
                        </a:schemeClr>
                      </a:solidFill>
                      <a:prstDash val="solid"/>
                      <a:round/>
                      <a:headEnd type="none" w="med" len="med"/>
                      <a:tailEnd type="none" w="med" len="med"/>
                    </a:lnL>
                    <a:lnR w="9525" cap="flat" cmpd="sng" algn="ctr">
                      <a:solidFill>
                        <a:schemeClr val="bg1">
                          <a:lumMod val="65000"/>
                        </a:schemeClr>
                      </a:solidFill>
                      <a:prstDash val="solid"/>
                      <a:round/>
                      <a:headEnd type="none" w="med" len="med"/>
                      <a:tailEnd type="none" w="med" len="med"/>
                    </a:lnR>
                    <a:lnT w="9525" cap="flat" cmpd="sng" algn="ctr">
                      <a:solidFill>
                        <a:schemeClr val="bg1">
                          <a:lumMod val="65000"/>
                        </a:schemeClr>
                      </a:solidFill>
                      <a:prstDash val="solid"/>
                      <a:round/>
                      <a:headEnd type="none" w="med" len="med"/>
                      <a:tailEnd type="none" w="med" len="med"/>
                    </a:lnT>
                    <a:lnB w="9525" cap="flat" cmpd="sng" algn="ctr">
                      <a:solidFill>
                        <a:schemeClr val="bg1">
                          <a:lumMod val="65000"/>
                        </a:schemeClr>
                      </a:solidFill>
                      <a:prstDash val="solid"/>
                      <a:round/>
                      <a:headEnd type="none" w="med" len="med"/>
                      <a:tailEnd type="none" w="med" len="med"/>
                    </a:lnB>
                    <a:solidFill>
                      <a:schemeClr val="bg1"/>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900" b="0" i="0" u="none" strike="noStrike" kern="1200" cap="none" spc="-100" normalizeH="0" baseline="0" noProof="0" dirty="0">
                          <a:ln>
                            <a:noFill/>
                          </a:ln>
                          <a:solidFill>
                            <a:schemeClr val="tx1"/>
                          </a:solidFill>
                          <a:effectLst/>
                          <a:uLnTx/>
                          <a:uFillTx/>
                          <a:latin typeface="Arial Narrow" panose="020B0606020202030204" pitchFamily="34" charset="0"/>
                          <a:ea typeface="LG스마트체 Regular" panose="020B0600000101010101" pitchFamily="50" charset="-127"/>
                          <a:cs typeface="Arial" panose="020B0604020202020204" pitchFamily="34" charset="0"/>
                          <a:sym typeface="Wingdings" pitchFamily="2" charset="2"/>
                        </a:rPr>
                        <a:t>△</a:t>
                      </a:r>
                      <a:endParaRPr kumimoji="0" lang="en-US" altLang="ko-KR" sz="900" b="0" i="0" u="none" strike="noStrike" kern="1200" cap="none" spc="-100" normalizeH="0" baseline="0" noProof="0" dirty="0">
                        <a:ln>
                          <a:noFill/>
                        </a:ln>
                        <a:solidFill>
                          <a:schemeClr val="tx1"/>
                        </a:solidFill>
                        <a:effectLst/>
                        <a:uLnTx/>
                        <a:uFillTx/>
                        <a:latin typeface="Arial Narrow" panose="020B0606020202030204" pitchFamily="34" charset="0"/>
                        <a:ea typeface="LG스마트체 Regular" panose="020B0600000101010101" pitchFamily="50" charset="-127"/>
                        <a:cs typeface="Arial" panose="020B0604020202020204" pitchFamily="34" charset="0"/>
                        <a:sym typeface="Wingdings" pitchFamily="2" charset="2"/>
                      </a:endParaRPr>
                    </a:p>
                  </a:txBody>
                  <a:tcPr marL="0" marR="0" marT="0" marB="0" anchor="ctr">
                    <a:lnL w="9525" cap="flat" cmpd="sng" algn="ctr">
                      <a:solidFill>
                        <a:schemeClr val="bg1">
                          <a:lumMod val="65000"/>
                        </a:schemeClr>
                      </a:solidFill>
                      <a:prstDash val="solid"/>
                      <a:round/>
                      <a:headEnd type="none" w="med" len="med"/>
                      <a:tailEnd type="none" w="med" len="med"/>
                    </a:lnL>
                    <a:lnR w="9525" cap="flat" cmpd="sng" algn="ctr">
                      <a:solidFill>
                        <a:schemeClr val="bg1">
                          <a:lumMod val="65000"/>
                        </a:schemeClr>
                      </a:solidFill>
                      <a:prstDash val="solid"/>
                      <a:round/>
                      <a:headEnd type="none" w="med" len="med"/>
                      <a:tailEnd type="none" w="med" len="med"/>
                    </a:lnR>
                    <a:lnT w="9525" cap="flat" cmpd="sng" algn="ctr">
                      <a:solidFill>
                        <a:schemeClr val="bg1">
                          <a:lumMod val="65000"/>
                        </a:schemeClr>
                      </a:solidFill>
                      <a:prstDash val="solid"/>
                      <a:round/>
                      <a:headEnd type="none" w="med" len="med"/>
                      <a:tailEnd type="none" w="med" len="med"/>
                    </a:lnT>
                    <a:lnB w="9525" cap="flat" cmpd="sng" algn="ctr">
                      <a:solidFill>
                        <a:schemeClr val="bg1">
                          <a:lumMod val="65000"/>
                        </a:schemeClr>
                      </a:solidFill>
                      <a:prstDash val="solid"/>
                      <a:round/>
                      <a:headEnd type="none" w="med" len="med"/>
                      <a:tailEnd type="none" w="med" len="med"/>
                    </a:lnB>
                    <a:solidFill>
                      <a:schemeClr val="bg1"/>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900" b="0" i="0" u="none" strike="noStrike" kern="1200" cap="none" spc="-100" normalizeH="0" baseline="0" noProof="0" dirty="0">
                          <a:ln>
                            <a:noFill/>
                          </a:ln>
                          <a:solidFill>
                            <a:schemeClr val="tx1"/>
                          </a:solidFill>
                          <a:effectLst/>
                          <a:uLnTx/>
                          <a:uFillTx/>
                          <a:latin typeface="Arial Narrow" panose="020B0606020202030204" pitchFamily="34" charset="0"/>
                          <a:ea typeface="LG스마트체 Regular" panose="020B0600000101010101" pitchFamily="50" charset="-127"/>
                          <a:cs typeface="Arial" panose="020B0604020202020204" pitchFamily="34" charset="0"/>
                          <a:sym typeface="Wingdings" pitchFamily="2" charset="2"/>
                        </a:rPr>
                        <a:t>△</a:t>
                      </a:r>
                      <a:endParaRPr kumimoji="0" lang="en-US" altLang="ko-KR" sz="900" b="0" i="0" u="none" strike="noStrike" kern="1200" cap="none" spc="-100" normalizeH="0" baseline="0" noProof="0" dirty="0">
                        <a:ln>
                          <a:noFill/>
                        </a:ln>
                        <a:solidFill>
                          <a:schemeClr val="tx1"/>
                        </a:solidFill>
                        <a:effectLst/>
                        <a:uLnTx/>
                        <a:uFillTx/>
                        <a:latin typeface="Arial Narrow" panose="020B0606020202030204" pitchFamily="34" charset="0"/>
                        <a:ea typeface="LG스마트체 Regular" panose="020B0600000101010101" pitchFamily="50" charset="-127"/>
                        <a:cs typeface="Arial" panose="020B0604020202020204" pitchFamily="34" charset="0"/>
                        <a:sym typeface="Wingdings" pitchFamily="2" charset="2"/>
                      </a:endParaRPr>
                    </a:p>
                  </a:txBody>
                  <a:tcPr marL="0" marR="0" marT="0" marB="0" anchor="ctr">
                    <a:lnL w="9525" cap="flat" cmpd="sng" algn="ctr">
                      <a:solidFill>
                        <a:schemeClr val="bg1">
                          <a:lumMod val="65000"/>
                        </a:schemeClr>
                      </a:solidFill>
                      <a:prstDash val="solid"/>
                      <a:round/>
                      <a:headEnd type="none" w="med" len="med"/>
                      <a:tailEnd type="none" w="med" len="med"/>
                    </a:lnL>
                    <a:lnR w="9525" cap="flat" cmpd="sng" algn="ctr">
                      <a:solidFill>
                        <a:schemeClr val="bg1">
                          <a:lumMod val="65000"/>
                        </a:schemeClr>
                      </a:solidFill>
                      <a:prstDash val="solid"/>
                      <a:round/>
                      <a:headEnd type="none" w="med" len="med"/>
                      <a:tailEnd type="none" w="med" len="med"/>
                    </a:lnR>
                    <a:lnT w="9525" cap="flat" cmpd="sng" algn="ctr">
                      <a:solidFill>
                        <a:schemeClr val="bg1">
                          <a:lumMod val="65000"/>
                        </a:schemeClr>
                      </a:solidFill>
                      <a:prstDash val="solid"/>
                      <a:round/>
                      <a:headEnd type="none" w="med" len="med"/>
                      <a:tailEnd type="none" w="med" len="med"/>
                    </a:lnT>
                    <a:lnB w="9525" cap="flat" cmpd="sng" algn="ctr">
                      <a:solidFill>
                        <a:schemeClr val="bg1">
                          <a:lumMod val="65000"/>
                        </a:schemeClr>
                      </a:solidFill>
                      <a:prstDash val="solid"/>
                      <a:round/>
                      <a:headEnd type="none" w="med" len="med"/>
                      <a:tailEnd type="none" w="med" len="med"/>
                    </a:lnB>
                    <a:solidFill>
                      <a:schemeClr val="bg1"/>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900" b="0" i="0" u="none" strike="noStrike" kern="1200" cap="none" spc="-100" normalizeH="0" baseline="0" noProof="0" dirty="0">
                          <a:ln>
                            <a:noFill/>
                          </a:ln>
                          <a:solidFill>
                            <a:schemeClr val="tx1"/>
                          </a:solidFill>
                          <a:effectLst/>
                          <a:uLnTx/>
                          <a:uFillTx/>
                          <a:latin typeface="Arial Narrow" panose="020B0606020202030204" pitchFamily="34" charset="0"/>
                          <a:ea typeface="LG스마트체 Regular" panose="020B0600000101010101" pitchFamily="50" charset="-127"/>
                          <a:cs typeface="Arial" panose="020B0604020202020204" pitchFamily="34" charset="0"/>
                          <a:sym typeface="Wingdings" pitchFamily="2" charset="2"/>
                        </a:rPr>
                        <a:t>△</a:t>
                      </a:r>
                      <a:endParaRPr kumimoji="0" lang="en-US" altLang="ko-KR" sz="900" b="0" i="0" u="none" strike="noStrike" kern="1200" cap="none" spc="-100" normalizeH="0" baseline="0" noProof="0" dirty="0">
                        <a:ln>
                          <a:noFill/>
                        </a:ln>
                        <a:solidFill>
                          <a:schemeClr val="tx1"/>
                        </a:solidFill>
                        <a:effectLst/>
                        <a:uLnTx/>
                        <a:uFillTx/>
                        <a:latin typeface="Arial Narrow" panose="020B0606020202030204" pitchFamily="34" charset="0"/>
                        <a:ea typeface="LG스마트체 Regular" panose="020B0600000101010101" pitchFamily="50" charset="-127"/>
                        <a:cs typeface="Arial" panose="020B0604020202020204" pitchFamily="34" charset="0"/>
                        <a:sym typeface="Wingdings" pitchFamily="2" charset="2"/>
                      </a:endParaRPr>
                    </a:p>
                  </a:txBody>
                  <a:tcPr marL="0" marR="0" marT="0" marB="0" anchor="ctr">
                    <a:lnL w="9525" cap="flat" cmpd="sng" algn="ctr">
                      <a:solidFill>
                        <a:schemeClr val="bg1">
                          <a:lumMod val="65000"/>
                        </a:schemeClr>
                      </a:solidFill>
                      <a:prstDash val="solid"/>
                      <a:round/>
                      <a:headEnd type="none" w="med" len="med"/>
                      <a:tailEnd type="none" w="med" len="med"/>
                    </a:lnL>
                    <a:lnR w="9525" cap="flat" cmpd="sng" algn="ctr">
                      <a:solidFill>
                        <a:schemeClr val="bg1">
                          <a:lumMod val="65000"/>
                        </a:schemeClr>
                      </a:solidFill>
                      <a:prstDash val="solid"/>
                      <a:round/>
                      <a:headEnd type="none" w="med" len="med"/>
                      <a:tailEnd type="none" w="med" len="med"/>
                    </a:lnR>
                    <a:lnT w="9525" cap="flat" cmpd="sng" algn="ctr">
                      <a:solidFill>
                        <a:schemeClr val="bg1">
                          <a:lumMod val="65000"/>
                        </a:schemeClr>
                      </a:solidFill>
                      <a:prstDash val="solid"/>
                      <a:round/>
                      <a:headEnd type="none" w="med" len="med"/>
                      <a:tailEnd type="none" w="med" len="med"/>
                    </a:lnT>
                    <a:lnB w="9525" cap="flat" cmpd="sng" algn="ctr">
                      <a:solidFill>
                        <a:schemeClr val="bg1">
                          <a:lumMod val="65000"/>
                        </a:schemeClr>
                      </a:solidFill>
                      <a:prstDash val="solid"/>
                      <a:round/>
                      <a:headEnd type="none" w="med" len="med"/>
                      <a:tailEnd type="none" w="med" len="med"/>
                    </a:lnB>
                    <a:solidFill>
                      <a:schemeClr val="bg1"/>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900" b="0" i="0" u="none" strike="noStrike" kern="1200" cap="none" spc="-100" normalizeH="0" baseline="0" noProof="0" dirty="0">
                          <a:ln>
                            <a:noFill/>
                          </a:ln>
                          <a:solidFill>
                            <a:schemeClr val="tx1"/>
                          </a:solidFill>
                          <a:effectLst/>
                          <a:uLnTx/>
                          <a:uFillTx/>
                          <a:latin typeface="Arial Narrow" panose="020B0606020202030204" pitchFamily="34" charset="0"/>
                          <a:ea typeface="LG스마트체 Regular" panose="020B0600000101010101" pitchFamily="50" charset="-127"/>
                          <a:cs typeface="Arial" panose="020B0604020202020204" pitchFamily="34" charset="0"/>
                          <a:sym typeface="Wingdings" pitchFamily="2" charset="2"/>
                        </a:rPr>
                        <a:t>△</a:t>
                      </a:r>
                      <a:endParaRPr kumimoji="0" lang="en-US" altLang="ko-KR" sz="900" b="0" i="0" u="none" strike="noStrike" kern="1200" cap="none" spc="-100" normalizeH="0" baseline="0" noProof="0" dirty="0">
                        <a:ln>
                          <a:noFill/>
                        </a:ln>
                        <a:solidFill>
                          <a:schemeClr val="tx1"/>
                        </a:solidFill>
                        <a:effectLst/>
                        <a:uLnTx/>
                        <a:uFillTx/>
                        <a:latin typeface="Arial Narrow" panose="020B0606020202030204" pitchFamily="34" charset="0"/>
                        <a:ea typeface="LG스마트체 Regular" panose="020B0600000101010101" pitchFamily="50" charset="-127"/>
                        <a:cs typeface="Arial" panose="020B0604020202020204" pitchFamily="34" charset="0"/>
                        <a:sym typeface="Wingdings" pitchFamily="2" charset="2"/>
                      </a:endParaRPr>
                    </a:p>
                  </a:txBody>
                  <a:tcPr marL="0" marR="0" marT="0" marB="0" anchor="ctr">
                    <a:lnL w="9525" cap="flat" cmpd="sng" algn="ctr">
                      <a:solidFill>
                        <a:schemeClr val="bg1">
                          <a:lumMod val="65000"/>
                        </a:schemeClr>
                      </a:solidFill>
                      <a:prstDash val="solid"/>
                      <a:round/>
                      <a:headEnd type="none" w="med" len="med"/>
                      <a:tailEnd type="none" w="med" len="med"/>
                    </a:lnL>
                    <a:lnR w="9525" cap="flat" cmpd="sng" algn="ctr">
                      <a:solidFill>
                        <a:schemeClr val="bg1">
                          <a:lumMod val="65000"/>
                        </a:schemeClr>
                      </a:solidFill>
                      <a:prstDash val="solid"/>
                      <a:round/>
                      <a:headEnd type="none" w="med" len="med"/>
                      <a:tailEnd type="none" w="med" len="med"/>
                    </a:lnR>
                    <a:lnT w="9525" cap="flat" cmpd="sng" algn="ctr">
                      <a:solidFill>
                        <a:schemeClr val="bg1">
                          <a:lumMod val="65000"/>
                        </a:schemeClr>
                      </a:solidFill>
                      <a:prstDash val="solid"/>
                      <a:round/>
                      <a:headEnd type="none" w="med" len="med"/>
                      <a:tailEnd type="none" w="med" len="med"/>
                    </a:lnT>
                    <a:lnB w="9525" cap="flat" cmpd="sng" algn="ctr">
                      <a:solidFill>
                        <a:schemeClr val="bg1">
                          <a:lumMod val="65000"/>
                        </a:schemeClr>
                      </a:solidFill>
                      <a:prstDash val="solid"/>
                      <a:round/>
                      <a:headEnd type="none" w="med" len="med"/>
                      <a:tailEnd type="none" w="med" len="med"/>
                    </a:lnB>
                    <a:solidFill>
                      <a:schemeClr val="bg1"/>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100" normalizeH="0" baseline="0" noProof="0" dirty="0">
                          <a:ln>
                            <a:noFill/>
                          </a:ln>
                          <a:solidFill>
                            <a:schemeClr val="tx1"/>
                          </a:solidFill>
                          <a:effectLst/>
                          <a:uLnTx/>
                          <a:uFillTx/>
                          <a:latin typeface="Arial Narrow" panose="020B0606020202030204" pitchFamily="34" charset="0"/>
                          <a:ea typeface="LG스마트체 Regular" panose="020B0600000101010101" pitchFamily="50" charset="-127"/>
                          <a:cs typeface="Arial" panose="020B0604020202020204" pitchFamily="34" charset="0"/>
                          <a:sym typeface="Wingdings" pitchFamily="2" charset="2"/>
                        </a:rPr>
                        <a:t>X</a:t>
                      </a:r>
                    </a:p>
                  </a:txBody>
                  <a:tcPr marL="0" marR="0" marT="0" marB="0" anchor="ctr">
                    <a:lnL w="9525" cap="flat" cmpd="sng" algn="ctr">
                      <a:solidFill>
                        <a:schemeClr val="bg1">
                          <a:lumMod val="65000"/>
                        </a:schemeClr>
                      </a:solidFill>
                      <a:prstDash val="solid"/>
                      <a:round/>
                      <a:headEnd type="none" w="med" len="med"/>
                      <a:tailEnd type="none" w="med" len="med"/>
                    </a:lnL>
                    <a:lnR w="9525" cap="flat" cmpd="sng" algn="ctr">
                      <a:solidFill>
                        <a:schemeClr val="bg1">
                          <a:lumMod val="65000"/>
                        </a:schemeClr>
                      </a:solidFill>
                      <a:prstDash val="solid"/>
                      <a:round/>
                      <a:headEnd type="none" w="med" len="med"/>
                      <a:tailEnd type="none" w="med" len="med"/>
                    </a:lnR>
                    <a:lnT w="9525" cap="flat" cmpd="sng" algn="ctr">
                      <a:solidFill>
                        <a:schemeClr val="bg1">
                          <a:lumMod val="65000"/>
                        </a:schemeClr>
                      </a:solidFill>
                      <a:prstDash val="solid"/>
                      <a:round/>
                      <a:headEnd type="none" w="med" len="med"/>
                      <a:tailEnd type="none" w="med" len="med"/>
                    </a:lnT>
                    <a:lnB w="9525" cap="flat" cmpd="sng" algn="ctr">
                      <a:solidFill>
                        <a:schemeClr val="bg1">
                          <a:lumMod val="65000"/>
                        </a:schemeClr>
                      </a:solidFill>
                      <a:prstDash val="solid"/>
                      <a:round/>
                      <a:headEnd type="none" w="med" len="med"/>
                      <a:tailEnd type="none" w="med" len="med"/>
                    </a:lnB>
                    <a:solidFill>
                      <a:schemeClr val="bg1"/>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100" normalizeH="0" baseline="0" noProof="0" dirty="0">
                          <a:ln>
                            <a:noFill/>
                          </a:ln>
                          <a:solidFill>
                            <a:schemeClr val="tx1"/>
                          </a:solidFill>
                          <a:effectLst/>
                          <a:uLnTx/>
                          <a:uFillTx/>
                          <a:latin typeface="Arial Narrow" panose="020B0606020202030204" pitchFamily="34" charset="0"/>
                          <a:ea typeface="LG스마트체 Regular" panose="020B0600000101010101" pitchFamily="50" charset="-127"/>
                          <a:cs typeface="Arial" panose="020B0604020202020204" pitchFamily="34" charset="0"/>
                          <a:sym typeface="Wingdings" pitchFamily="2" charset="2"/>
                        </a:rPr>
                        <a:t>X</a:t>
                      </a:r>
                    </a:p>
                  </a:txBody>
                  <a:tcPr marL="0" marR="0" marT="0" marB="0" anchor="ctr">
                    <a:lnL w="9525" cap="flat" cmpd="sng" algn="ctr">
                      <a:solidFill>
                        <a:schemeClr val="bg1">
                          <a:lumMod val="65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bg1">
                          <a:lumMod val="65000"/>
                        </a:schemeClr>
                      </a:solidFill>
                      <a:prstDash val="solid"/>
                      <a:round/>
                      <a:headEnd type="none" w="med" len="med"/>
                      <a:tailEnd type="none" w="med" len="med"/>
                    </a:lnT>
                    <a:lnB w="9525" cap="flat" cmpd="sng" algn="ctr">
                      <a:solidFill>
                        <a:schemeClr val="bg1">
                          <a:lumMod val="6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bl>
          </a:graphicData>
        </a:graphic>
      </p:graphicFrame>
      <p:sp>
        <p:nvSpPr>
          <p:cNvPr id="48" name="Text Box 22">
            <a:extLst>
              <a:ext uri="{FF2B5EF4-FFF2-40B4-BE49-F238E27FC236}">
                <a16:creationId xmlns:a16="http://schemas.microsoft.com/office/drawing/2014/main" id="{4943835B-8DA4-4869-8C18-DA8250B68444}"/>
              </a:ext>
            </a:extLst>
          </p:cNvPr>
          <p:cNvSpPr txBox="1">
            <a:spLocks noChangeArrowheads="1"/>
          </p:cNvSpPr>
          <p:nvPr/>
        </p:nvSpPr>
        <p:spPr bwMode="auto">
          <a:xfrm>
            <a:off x="150857" y="4444213"/>
            <a:ext cx="2193527" cy="2362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lgn="ctr">
                <a:solidFill>
                  <a:srgbClr val="000000"/>
                </a:solidFill>
                <a:miter lim="800000"/>
                <a:headEnd/>
                <a:tailEnd/>
              </a14:hiddenLine>
            </a:ext>
          </a:extLst>
        </p:spPr>
        <p:txBody>
          <a:bodyPr wrap="square" lIns="90000" tIns="0" rIns="90000" bIns="0">
            <a:spAutoFit/>
          </a:bodyPr>
          <a:lstStyle>
            <a:lvl1pPr eaLnBrk="0" hangingPunct="0">
              <a:defRPr kumimoji="1">
                <a:solidFill>
                  <a:schemeClr val="tx1"/>
                </a:solidFill>
                <a:latin typeface="굴림" pitchFamily="50" charset="-127"/>
                <a:ea typeface="굴림" pitchFamily="50" charset="-127"/>
              </a:defRPr>
            </a:lvl1pPr>
            <a:lvl2pPr marL="742950" indent="-285750" eaLnBrk="0" hangingPunct="0">
              <a:defRPr kumimoji="1">
                <a:solidFill>
                  <a:schemeClr val="tx1"/>
                </a:solidFill>
                <a:latin typeface="굴림" pitchFamily="50" charset="-127"/>
                <a:ea typeface="굴림" pitchFamily="50" charset="-127"/>
              </a:defRPr>
            </a:lvl2pPr>
            <a:lvl3pPr marL="1143000" indent="-228600" eaLnBrk="0" hangingPunct="0">
              <a:defRPr kumimoji="1">
                <a:solidFill>
                  <a:schemeClr val="tx1"/>
                </a:solidFill>
                <a:latin typeface="굴림" pitchFamily="50" charset="-127"/>
                <a:ea typeface="굴림" pitchFamily="50" charset="-127"/>
              </a:defRPr>
            </a:lvl3pPr>
            <a:lvl4pPr marL="1600200" indent="-228600" eaLnBrk="0" hangingPunct="0">
              <a:defRPr kumimoji="1">
                <a:solidFill>
                  <a:schemeClr val="tx1"/>
                </a:solidFill>
                <a:latin typeface="굴림" pitchFamily="50" charset="-127"/>
                <a:ea typeface="굴림" pitchFamily="50" charset="-127"/>
              </a:defRPr>
            </a:lvl4pPr>
            <a:lvl5pPr marL="2057400" indent="-228600" eaLnBrk="0" hangingPunct="0">
              <a:defRPr kumimoji="1">
                <a:solidFill>
                  <a:schemeClr val="tx1"/>
                </a:solidFill>
                <a:latin typeface="굴림" pitchFamily="50" charset="-127"/>
                <a:ea typeface="굴림" pitchFamily="50" charset="-127"/>
              </a:defRPr>
            </a:lvl5pPr>
            <a:lvl6pPr marL="2514600" indent="-228600" eaLnBrk="0" fontAlgn="base" hangingPunct="0">
              <a:spcBef>
                <a:spcPct val="0"/>
              </a:spcBef>
              <a:spcAft>
                <a:spcPct val="0"/>
              </a:spcAft>
              <a:defRPr kumimoji="1">
                <a:solidFill>
                  <a:schemeClr val="tx1"/>
                </a:solidFill>
                <a:latin typeface="굴림" pitchFamily="50" charset="-127"/>
                <a:ea typeface="굴림" pitchFamily="50" charset="-127"/>
              </a:defRPr>
            </a:lvl6pPr>
            <a:lvl7pPr marL="2971800" indent="-228600" eaLnBrk="0" fontAlgn="base" hangingPunct="0">
              <a:spcBef>
                <a:spcPct val="0"/>
              </a:spcBef>
              <a:spcAft>
                <a:spcPct val="0"/>
              </a:spcAft>
              <a:defRPr kumimoji="1">
                <a:solidFill>
                  <a:schemeClr val="tx1"/>
                </a:solidFill>
                <a:latin typeface="굴림" pitchFamily="50" charset="-127"/>
                <a:ea typeface="굴림" pitchFamily="50" charset="-127"/>
              </a:defRPr>
            </a:lvl7pPr>
            <a:lvl8pPr marL="3429000" indent="-228600" eaLnBrk="0" fontAlgn="base" hangingPunct="0">
              <a:spcBef>
                <a:spcPct val="0"/>
              </a:spcBef>
              <a:spcAft>
                <a:spcPct val="0"/>
              </a:spcAft>
              <a:defRPr kumimoji="1">
                <a:solidFill>
                  <a:schemeClr val="tx1"/>
                </a:solidFill>
                <a:latin typeface="굴림" pitchFamily="50" charset="-127"/>
                <a:ea typeface="굴림" pitchFamily="50" charset="-127"/>
              </a:defRPr>
            </a:lvl8pPr>
            <a:lvl9pPr marL="3886200" indent="-228600" eaLnBrk="0" fontAlgn="base" hangingPunct="0">
              <a:spcBef>
                <a:spcPct val="0"/>
              </a:spcBef>
              <a:spcAft>
                <a:spcPct val="0"/>
              </a:spcAft>
              <a:defRPr kumimoji="1">
                <a:solidFill>
                  <a:schemeClr val="tx1"/>
                </a:solidFill>
                <a:latin typeface="굴림" pitchFamily="50" charset="-127"/>
                <a:ea typeface="굴림" pitchFamily="50" charset="-127"/>
              </a:defRPr>
            </a:lvl9pPr>
          </a:lstStyle>
          <a:p>
            <a:pPr marL="0" marR="0" lvl="0" indent="0" algn="l" defTabSz="914400" rtl="0" eaLnBrk="1" fontAlgn="auto" latinLnBrk="0" hangingPunct="1">
              <a:lnSpc>
                <a:spcPct val="130000"/>
              </a:lnSpc>
              <a:spcBef>
                <a:spcPts val="0"/>
              </a:spcBef>
              <a:spcAft>
                <a:spcPts val="0"/>
              </a:spcAft>
              <a:buClrTx/>
              <a:buSzTx/>
              <a:buFont typeface="Wingdings" panose="05000000000000000000" pitchFamily="2" charset="2"/>
              <a:buChar char="l"/>
              <a:tabLst/>
              <a:defRPr/>
            </a:pPr>
            <a:r>
              <a:rPr kumimoji="1" lang="ko-KR" altLang="en-US" sz="1300" b="1" i="0" u="none" strike="noStrike" kern="1200" cap="none" spc="0" normalizeH="0" baseline="0" noProof="0" dirty="0">
                <a:ln>
                  <a:noFill/>
                </a:ln>
                <a:solidFill>
                  <a:prstClr val="black"/>
                </a:solidFill>
                <a:effectLst/>
                <a:uLnTx/>
                <a:uFillTx/>
                <a:latin typeface="LG스마트체 Regular" panose="020B0600000101010101" pitchFamily="50" charset="-127"/>
                <a:ea typeface="LG스마트체 Regular" panose="020B0600000101010101" pitchFamily="50" charset="-127"/>
                <a:cs typeface="Arial" panose="020B0604020202020204" pitchFamily="34" charset="0"/>
              </a:rPr>
              <a:t> </a:t>
            </a:r>
            <a:r>
              <a:rPr kumimoji="1" lang="es-419" altLang="ko-KR" sz="1300" b="1" i="0" u="none" strike="noStrike" kern="1200" cap="none" spc="0" normalizeH="0" baseline="0" noProof="0" dirty="0" smtClean="0">
                <a:ln>
                  <a:noFill/>
                </a:ln>
                <a:solidFill>
                  <a:prstClr val="black"/>
                </a:solidFill>
                <a:effectLst/>
                <a:uLnTx/>
                <a:uFillTx/>
                <a:latin typeface="LG스마트체 Regular" panose="020B0600000101010101" pitchFamily="50" charset="-127"/>
                <a:ea typeface="LG스마트체 Regular" panose="020B0600000101010101" pitchFamily="50" charset="-127"/>
                <a:cs typeface="Arial" panose="020B0604020202020204" pitchFamily="34" charset="0"/>
              </a:rPr>
              <a:t>PROBLEM</a:t>
            </a:r>
            <a:endParaRPr kumimoji="1" lang="en-US" altLang="ko-KR" sz="1300" b="1" i="0" u="none" strike="noStrike" kern="1200" cap="none" spc="0" normalizeH="0" baseline="0" noProof="0" dirty="0">
              <a:ln>
                <a:noFill/>
              </a:ln>
              <a:solidFill>
                <a:prstClr val="black"/>
              </a:solidFill>
              <a:effectLst/>
              <a:uLnTx/>
              <a:uFillTx/>
              <a:latin typeface="LG스마트체 Regular" panose="020B0600000101010101" pitchFamily="50" charset="-127"/>
              <a:ea typeface="LG스마트체 Regular" panose="020B0600000101010101" pitchFamily="50" charset="-127"/>
              <a:cs typeface="Arial" panose="020B0604020202020204" pitchFamily="34" charset="0"/>
            </a:endParaRPr>
          </a:p>
        </p:txBody>
      </p:sp>
      <p:sp>
        <p:nvSpPr>
          <p:cNvPr id="51" name="직사각형 50">
            <a:extLst>
              <a:ext uri="{FF2B5EF4-FFF2-40B4-BE49-F238E27FC236}">
                <a16:creationId xmlns:a16="http://schemas.microsoft.com/office/drawing/2014/main" id="{F114F125-DEDC-4A5E-83D0-32A8D040BE99}"/>
              </a:ext>
            </a:extLst>
          </p:cNvPr>
          <p:cNvSpPr/>
          <p:nvPr/>
        </p:nvSpPr>
        <p:spPr>
          <a:xfrm>
            <a:off x="8543390" y="3093457"/>
            <a:ext cx="600604" cy="406647"/>
          </a:xfrm>
          <a:prstGeom prst="rect">
            <a:avLst/>
          </a:prstGeom>
          <a:noFill/>
          <a:ln w="25400" cap="flat" cmpd="sng" algn="ctr">
            <a:no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ko-KR" sz="1100" b="1" i="0" u="none" strike="noStrike" kern="0" cap="none" spc="0" normalizeH="0" baseline="0" noProof="0" dirty="0">
              <a:ln>
                <a:noFill/>
              </a:ln>
              <a:solidFill>
                <a:prstClr val="black">
                  <a:lumMod val="95000"/>
                  <a:lumOff val="5000"/>
                </a:prstClr>
              </a:solidFill>
              <a:effectLst/>
              <a:uLnTx/>
              <a:uFillTx/>
              <a:latin typeface="LG스마트체 Regular" panose="020B0600000101010101" pitchFamily="50" charset="-127"/>
              <a:ea typeface="LG스마트체 Regular" panose="020B0600000101010101" pitchFamily="50" charset="-127"/>
            </a:endParaRPr>
          </a:p>
        </p:txBody>
      </p:sp>
      <p:sp>
        <p:nvSpPr>
          <p:cNvPr id="63" name="Text Box 22">
            <a:extLst>
              <a:ext uri="{FF2B5EF4-FFF2-40B4-BE49-F238E27FC236}">
                <a16:creationId xmlns:a16="http://schemas.microsoft.com/office/drawing/2014/main" id="{8287475F-9343-43DB-A22C-AE7C32D6CF16}"/>
              </a:ext>
            </a:extLst>
          </p:cNvPr>
          <p:cNvSpPr txBox="1">
            <a:spLocks noChangeArrowheads="1"/>
          </p:cNvSpPr>
          <p:nvPr/>
        </p:nvSpPr>
        <p:spPr bwMode="auto">
          <a:xfrm>
            <a:off x="3329853" y="2469063"/>
            <a:ext cx="3613965" cy="6023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lgn="ctr">
                <a:solidFill>
                  <a:srgbClr val="000000"/>
                </a:solidFill>
                <a:miter lim="800000"/>
                <a:headEnd/>
                <a:tailEnd/>
              </a14:hiddenLine>
            </a:ext>
          </a:extLst>
        </p:spPr>
        <p:txBody>
          <a:bodyPr wrap="square" lIns="90000" tIns="46800" rIns="90000" bIns="46800">
            <a:spAutoFit/>
          </a:bodyPr>
          <a:lstStyle>
            <a:lvl1pPr eaLnBrk="0" hangingPunct="0">
              <a:defRPr kumimoji="1">
                <a:solidFill>
                  <a:schemeClr val="tx1"/>
                </a:solidFill>
                <a:latin typeface="굴림" pitchFamily="50" charset="-127"/>
                <a:ea typeface="굴림" pitchFamily="50" charset="-127"/>
              </a:defRPr>
            </a:lvl1pPr>
            <a:lvl2pPr marL="742950" indent="-285750" eaLnBrk="0" hangingPunct="0">
              <a:defRPr kumimoji="1">
                <a:solidFill>
                  <a:schemeClr val="tx1"/>
                </a:solidFill>
                <a:latin typeface="굴림" pitchFamily="50" charset="-127"/>
                <a:ea typeface="굴림" pitchFamily="50" charset="-127"/>
              </a:defRPr>
            </a:lvl2pPr>
            <a:lvl3pPr marL="1143000" indent="-228600" eaLnBrk="0" hangingPunct="0">
              <a:defRPr kumimoji="1">
                <a:solidFill>
                  <a:schemeClr val="tx1"/>
                </a:solidFill>
                <a:latin typeface="굴림" pitchFamily="50" charset="-127"/>
                <a:ea typeface="굴림" pitchFamily="50" charset="-127"/>
              </a:defRPr>
            </a:lvl3pPr>
            <a:lvl4pPr marL="1600200" indent="-228600" eaLnBrk="0" hangingPunct="0">
              <a:defRPr kumimoji="1">
                <a:solidFill>
                  <a:schemeClr val="tx1"/>
                </a:solidFill>
                <a:latin typeface="굴림" pitchFamily="50" charset="-127"/>
                <a:ea typeface="굴림" pitchFamily="50" charset="-127"/>
              </a:defRPr>
            </a:lvl4pPr>
            <a:lvl5pPr marL="2057400" indent="-228600" eaLnBrk="0" hangingPunct="0">
              <a:defRPr kumimoji="1">
                <a:solidFill>
                  <a:schemeClr val="tx1"/>
                </a:solidFill>
                <a:latin typeface="굴림" pitchFamily="50" charset="-127"/>
                <a:ea typeface="굴림" pitchFamily="50" charset="-127"/>
              </a:defRPr>
            </a:lvl5pPr>
            <a:lvl6pPr marL="2514600" indent="-228600" eaLnBrk="0" fontAlgn="base" hangingPunct="0">
              <a:spcBef>
                <a:spcPct val="0"/>
              </a:spcBef>
              <a:spcAft>
                <a:spcPct val="0"/>
              </a:spcAft>
              <a:defRPr kumimoji="1">
                <a:solidFill>
                  <a:schemeClr val="tx1"/>
                </a:solidFill>
                <a:latin typeface="굴림" pitchFamily="50" charset="-127"/>
                <a:ea typeface="굴림" pitchFamily="50" charset="-127"/>
              </a:defRPr>
            </a:lvl6pPr>
            <a:lvl7pPr marL="2971800" indent="-228600" eaLnBrk="0" fontAlgn="base" hangingPunct="0">
              <a:spcBef>
                <a:spcPct val="0"/>
              </a:spcBef>
              <a:spcAft>
                <a:spcPct val="0"/>
              </a:spcAft>
              <a:defRPr kumimoji="1">
                <a:solidFill>
                  <a:schemeClr val="tx1"/>
                </a:solidFill>
                <a:latin typeface="굴림" pitchFamily="50" charset="-127"/>
                <a:ea typeface="굴림" pitchFamily="50" charset="-127"/>
              </a:defRPr>
            </a:lvl7pPr>
            <a:lvl8pPr marL="3429000" indent="-228600" eaLnBrk="0" fontAlgn="base" hangingPunct="0">
              <a:spcBef>
                <a:spcPct val="0"/>
              </a:spcBef>
              <a:spcAft>
                <a:spcPct val="0"/>
              </a:spcAft>
              <a:defRPr kumimoji="1">
                <a:solidFill>
                  <a:schemeClr val="tx1"/>
                </a:solidFill>
                <a:latin typeface="굴림" pitchFamily="50" charset="-127"/>
                <a:ea typeface="굴림" pitchFamily="50" charset="-127"/>
              </a:defRPr>
            </a:lvl8pPr>
            <a:lvl9pPr marL="3886200" indent="-228600" eaLnBrk="0" fontAlgn="base" hangingPunct="0">
              <a:spcBef>
                <a:spcPct val="0"/>
              </a:spcBef>
              <a:spcAft>
                <a:spcPct val="0"/>
              </a:spcAft>
              <a:defRPr kumimoji="1">
                <a:solidFill>
                  <a:schemeClr val="tx1"/>
                </a:solidFill>
                <a:latin typeface="굴림" pitchFamily="50" charset="-127"/>
                <a:ea typeface="굴림" pitchFamily="50" charset="-127"/>
              </a:defRPr>
            </a:lvl9pPr>
          </a:lstStyle>
          <a:p>
            <a:pPr algn="just">
              <a:defRPr/>
            </a:pPr>
            <a:r>
              <a:rPr lang="en-US" altLang="ko-KR" sz="1100" dirty="0">
                <a:solidFill>
                  <a:prstClr val="black"/>
                </a:solidFill>
                <a:latin typeface="LG스마트체 Regular" panose="020B0600000101010101" pitchFamily="50" charset="-127"/>
                <a:ea typeface="LG스마트체 Regular" panose="020B0600000101010101" pitchFamily="50" charset="-127"/>
                <a:cs typeface="Arial" panose="020B0604020202020204" pitchFamily="34" charset="0"/>
                <a:sym typeface="Wingdings" pitchFamily="2" charset="2"/>
              </a:rPr>
              <a:t>21 index guards added to GantryForm.cs, covering arrays and lists, including the four on palletResultCopy that caused the position-12 failure.</a:t>
            </a:r>
          </a:p>
        </p:txBody>
      </p:sp>
      <p:sp>
        <p:nvSpPr>
          <p:cNvPr id="46" name="Text Box 22">
            <a:extLst>
              <a:ext uri="{FF2B5EF4-FFF2-40B4-BE49-F238E27FC236}">
                <a16:creationId xmlns:a16="http://schemas.microsoft.com/office/drawing/2014/main" id="{FDA1CAA0-6C50-4F01-AABF-43A416B5039F}"/>
              </a:ext>
            </a:extLst>
          </p:cNvPr>
          <p:cNvSpPr txBox="1">
            <a:spLocks noChangeArrowheads="1"/>
          </p:cNvSpPr>
          <p:nvPr/>
        </p:nvSpPr>
        <p:spPr bwMode="auto">
          <a:xfrm>
            <a:off x="136588" y="4753587"/>
            <a:ext cx="3136204" cy="14487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lgn="ctr">
                <a:solidFill>
                  <a:srgbClr val="000000"/>
                </a:solidFill>
                <a:miter lim="800000"/>
                <a:headEnd/>
                <a:tailEnd/>
              </a14:hiddenLine>
            </a:ext>
          </a:extLst>
        </p:spPr>
        <p:txBody>
          <a:bodyPr wrap="square" lIns="90000" tIns="46800" rIns="90000" bIns="46800">
            <a:spAutoFit/>
          </a:bodyPr>
          <a:lstStyle>
            <a:lvl1pPr eaLnBrk="0" hangingPunct="0">
              <a:defRPr kumimoji="1">
                <a:solidFill>
                  <a:schemeClr val="tx1"/>
                </a:solidFill>
                <a:latin typeface="굴림" pitchFamily="50" charset="-127"/>
                <a:ea typeface="굴림" pitchFamily="50" charset="-127"/>
              </a:defRPr>
            </a:lvl1pPr>
            <a:lvl2pPr marL="742950" indent="-285750" eaLnBrk="0" hangingPunct="0">
              <a:defRPr kumimoji="1">
                <a:solidFill>
                  <a:schemeClr val="tx1"/>
                </a:solidFill>
                <a:latin typeface="굴림" pitchFamily="50" charset="-127"/>
                <a:ea typeface="굴림" pitchFamily="50" charset="-127"/>
              </a:defRPr>
            </a:lvl2pPr>
            <a:lvl3pPr marL="1143000" indent="-228600" eaLnBrk="0" hangingPunct="0">
              <a:defRPr kumimoji="1">
                <a:solidFill>
                  <a:schemeClr val="tx1"/>
                </a:solidFill>
                <a:latin typeface="굴림" pitchFamily="50" charset="-127"/>
                <a:ea typeface="굴림" pitchFamily="50" charset="-127"/>
              </a:defRPr>
            </a:lvl3pPr>
            <a:lvl4pPr marL="1600200" indent="-228600" eaLnBrk="0" hangingPunct="0">
              <a:defRPr kumimoji="1">
                <a:solidFill>
                  <a:schemeClr val="tx1"/>
                </a:solidFill>
                <a:latin typeface="굴림" pitchFamily="50" charset="-127"/>
                <a:ea typeface="굴림" pitchFamily="50" charset="-127"/>
              </a:defRPr>
            </a:lvl4pPr>
            <a:lvl5pPr marL="2057400" indent="-228600" eaLnBrk="0" hangingPunct="0">
              <a:defRPr kumimoji="1">
                <a:solidFill>
                  <a:schemeClr val="tx1"/>
                </a:solidFill>
                <a:latin typeface="굴림" pitchFamily="50" charset="-127"/>
                <a:ea typeface="굴림" pitchFamily="50" charset="-127"/>
              </a:defRPr>
            </a:lvl5pPr>
            <a:lvl6pPr marL="2514600" indent="-228600" eaLnBrk="0" fontAlgn="base" hangingPunct="0">
              <a:spcBef>
                <a:spcPct val="0"/>
              </a:spcBef>
              <a:spcAft>
                <a:spcPct val="0"/>
              </a:spcAft>
              <a:defRPr kumimoji="1">
                <a:solidFill>
                  <a:schemeClr val="tx1"/>
                </a:solidFill>
                <a:latin typeface="굴림" pitchFamily="50" charset="-127"/>
                <a:ea typeface="굴림" pitchFamily="50" charset="-127"/>
              </a:defRPr>
            </a:lvl6pPr>
            <a:lvl7pPr marL="2971800" indent="-228600" eaLnBrk="0" fontAlgn="base" hangingPunct="0">
              <a:spcBef>
                <a:spcPct val="0"/>
              </a:spcBef>
              <a:spcAft>
                <a:spcPct val="0"/>
              </a:spcAft>
              <a:defRPr kumimoji="1">
                <a:solidFill>
                  <a:schemeClr val="tx1"/>
                </a:solidFill>
                <a:latin typeface="굴림" pitchFamily="50" charset="-127"/>
                <a:ea typeface="굴림" pitchFamily="50" charset="-127"/>
              </a:defRPr>
            </a:lvl7pPr>
            <a:lvl8pPr marL="3429000" indent="-228600" eaLnBrk="0" fontAlgn="base" hangingPunct="0">
              <a:spcBef>
                <a:spcPct val="0"/>
              </a:spcBef>
              <a:spcAft>
                <a:spcPct val="0"/>
              </a:spcAft>
              <a:defRPr kumimoji="1">
                <a:solidFill>
                  <a:schemeClr val="tx1"/>
                </a:solidFill>
                <a:latin typeface="굴림" pitchFamily="50" charset="-127"/>
                <a:ea typeface="굴림" pitchFamily="50" charset="-127"/>
              </a:defRPr>
            </a:lvl8pPr>
            <a:lvl9pPr marL="3886200" indent="-228600" eaLnBrk="0" fontAlgn="base" hangingPunct="0">
              <a:spcBef>
                <a:spcPct val="0"/>
              </a:spcBef>
              <a:spcAft>
                <a:spcPct val="0"/>
              </a:spcAft>
              <a:defRPr kumimoji="1">
                <a:solidFill>
                  <a:schemeClr val="tx1"/>
                </a:solidFill>
                <a:latin typeface="굴림" pitchFamily="50" charset="-127"/>
                <a:ea typeface="굴림" pitchFamily="50" charset="-127"/>
              </a:defRPr>
            </a:lvl9pPr>
          </a:lstStyle>
          <a:p>
            <a:pPr defTabSz="914400" latinLnBrk="1">
              <a:defRPr/>
            </a:pPr>
            <a:r>
              <a:rPr lang="en-US" altLang="ko-KR" sz="1100" dirty="0">
                <a:solidFill>
                  <a:prstClr val="black"/>
                </a:solidFill>
                <a:latin typeface="LG스마트체 Regular" panose="020B0600000101010101" pitchFamily="50" charset="-127"/>
                <a:ea typeface="LG스마트체 Regular" panose="020B0600000101010101" pitchFamily="50" charset="-127"/>
                <a:cs typeface="Arial" panose="020B0604020202020204" pitchFamily="34" charset="0"/>
                <a:sym typeface="Wingdings" pitchFamily="2" charset="2"/>
              </a:rPr>
              <a:t>The vendor accesses arrays and lists without validating bounds. On the last piece of the pallet the index falls out of range and the exception aborts the flowchart node before the piece is reported.</a:t>
            </a:r>
          </a:p>
          <a:p>
            <a:pPr defTabSz="914400" latinLnBrk="1">
              <a:defRPr/>
            </a:pPr>
            <a:endParaRPr lang="en-US" altLang="ko-KR" sz="1100" dirty="0">
              <a:solidFill>
                <a:prstClr val="black"/>
              </a:solidFill>
              <a:latin typeface="LG스마트체 Regular" panose="020B0600000101010101" pitchFamily="50" charset="-127"/>
              <a:ea typeface="LG스마트체 Regular" panose="020B0600000101010101" pitchFamily="50" charset="-127"/>
              <a:cs typeface="Arial" panose="020B0604020202020204" pitchFamily="34" charset="0"/>
              <a:sym typeface="Wingdings" pitchFamily="2" charset="2"/>
            </a:endParaRPr>
          </a:p>
          <a:p>
            <a:pPr defTabSz="914400" latinLnBrk="1">
              <a:defRPr/>
            </a:pPr>
            <a:r>
              <a:rPr lang="en-US" altLang="ko-KR" sz="1100" dirty="0">
                <a:solidFill>
                  <a:prstClr val="black"/>
                </a:solidFill>
                <a:latin typeface="LG스마트체 Regular" panose="020B0600000101010101" pitchFamily="50" charset="-127"/>
                <a:ea typeface="LG스마트체 Regular" panose="020B0600000101010101" pitchFamily="50" charset="-127"/>
                <a:cs typeface="Arial" panose="020B0604020202020204" pitchFamily="34" charset="0"/>
                <a:sym typeface="Wingdings" pitchFamily="2" charset="2"/>
              </a:rPr>
              <a:t>The 1211 "Cover is tilted" alarm is raised from a single camera reading, so capture noise is read as a real tilted cover.</a:t>
            </a:r>
            <a:r>
              <a:rPr lang="en-US" altLang="ko-KR" sz="1100" dirty="0" err="1">
                <a:solidFill>
                  <a:prstClr val="black"/>
                </a:solidFill>
                <a:latin typeface="LG스마트체 Regular" panose="020B0600000101010101" pitchFamily="50" charset="-127"/>
                <a:ea typeface="LG스마트체 Regular" panose="020B0600000101010101" pitchFamily="50" charset="-127"/>
                <a:cs typeface="Arial" panose="020B0604020202020204" pitchFamily="34" charset="0"/>
                <a:sym typeface="Wingdings" pitchFamily="2" charset="2"/>
              </a:rPr>
              <a:t/>
            </a:r>
            <a:r>
              <a:rPr lang="en-US" altLang="ko-KR" sz="1100" dirty="0">
                <a:solidFill>
                  <a:prstClr val="black"/>
                </a:solidFill>
                <a:latin typeface="LG스마트체 Regular" panose="020B0600000101010101" pitchFamily="50" charset="-127"/>
                <a:ea typeface="LG스마트체 Regular" panose="020B0600000101010101" pitchFamily="50" charset="-127"/>
                <a:cs typeface="Arial" panose="020B0604020202020204" pitchFamily="34" charset="0"/>
                <a:sym typeface="Wingdings" pitchFamily="2" charset="2"/>
              </a:rPr>
              <a:t/>
            </a:r>
          </a:p>
        </p:txBody>
      </p:sp>
      <p:sp>
        <p:nvSpPr>
          <p:cNvPr id="8" name="TextBox 7">
            <a:extLst>
              <a:ext uri="{FF2B5EF4-FFF2-40B4-BE49-F238E27FC236}">
                <a16:creationId xmlns:a16="http://schemas.microsoft.com/office/drawing/2014/main" id="{3C2C7A66-96E5-67E7-0D50-F80DB89DD3EB}"/>
              </a:ext>
            </a:extLst>
          </p:cNvPr>
          <p:cNvSpPr txBox="1"/>
          <p:nvPr/>
        </p:nvSpPr>
        <p:spPr>
          <a:xfrm>
            <a:off x="4250616" y="576400"/>
            <a:ext cx="4498076" cy="153888"/>
          </a:xfrm>
          <a:prstGeom prst="rect">
            <a:avLst/>
          </a:prstGeom>
          <a:noFill/>
        </p:spPr>
        <p:txBody>
          <a:bodyPr wrap="square" lIns="0" tIns="0" rIns="0" bIns="0" rtlCol="0">
            <a:spAutoFit/>
          </a:bodyPr>
          <a:lstStyle/>
          <a:p>
            <a:pPr>
              <a:spcAft>
                <a:spcPts val="555"/>
              </a:spcAft>
            </a:pPr>
            <a:r>
              <a:rPr lang="ko-KR" altLang="en-US" sz="1000" spc="-29" dirty="0">
                <a:solidFill>
                  <a:prstClr val="black">
                    <a:lumMod val="65000"/>
                    <a:lumOff val="35000"/>
                  </a:prstClr>
                </a:solidFill>
                <a:latin typeface="Arial Narrow" panose="020B0606020202030204" pitchFamily="34" charset="0"/>
                <a:ea typeface="LG스마트체 Regular" panose="020B0600000101010101" pitchFamily="50" charset="-127"/>
              </a:rPr>
              <a:t>■ Date : </a:t>
            </a:r>
            <a:r>
              <a:rPr lang="es-MX" altLang="ko-KR" sz="1000" b="1" spc="-29" dirty="0">
                <a:latin typeface="Arial Narrow" panose="020B0606020202030204" pitchFamily="34" charset="0"/>
                <a:ea typeface="LG스마트체 Regular" panose="020B0600000101010101" pitchFamily="50" charset="-127"/>
              </a:rPr>
              <a:t>18</a:t>
            </a:r>
            <a:r>
              <a:rPr lang="en-US" altLang="ko-KR" sz="1000" b="1" spc="-29" dirty="0" smtClean="0">
                <a:latin typeface="Arial Narrow" panose="020B0606020202030204" pitchFamily="34" charset="0"/>
                <a:ea typeface="LG스마트체 Regular" panose="020B0600000101010101" pitchFamily="50" charset="-127"/>
              </a:rPr>
              <a:t>/09/2026</a:t>
            </a:r>
            <a:r>
              <a:rPr lang="ko-KR" altLang="en-US" sz="1000" b="1" spc="-29" dirty="0" smtClean="0">
                <a:latin typeface="Arial Narrow" panose="020B0606020202030204" pitchFamily="34" charset="0"/>
                <a:ea typeface="LG스마트체 Regular" panose="020B0600000101010101" pitchFamily="50" charset="-127"/>
              </a:rPr>
              <a:t> </a:t>
            </a:r>
            <a:r>
              <a:rPr lang="ko-KR" altLang="en-US" sz="1000" spc="-29" dirty="0">
                <a:solidFill>
                  <a:prstClr val="black">
                    <a:lumMod val="65000"/>
                    <a:lumOff val="35000"/>
                  </a:prstClr>
                </a:solidFill>
                <a:latin typeface="Arial Narrow" panose="020B0606020202030204" pitchFamily="34" charset="0"/>
                <a:ea typeface="LG스마트체 Regular" panose="020B0600000101010101" pitchFamily="50" charset="-127"/>
              </a:rPr>
              <a:t>■ Writer : </a:t>
            </a:r>
            <a:r>
              <a:rPr lang="es-MX" altLang="ko-KR" sz="1000" spc="-29" dirty="0">
                <a:solidFill>
                  <a:prstClr val="black">
                    <a:lumMod val="65000"/>
                    <a:lumOff val="35000"/>
                  </a:prstClr>
                </a:solidFill>
                <a:latin typeface="Arial Narrow" panose="020B0606020202030204" pitchFamily="34" charset="0"/>
                <a:ea typeface="LG스마트체 Regular" panose="020B0600000101010101" pitchFamily="50" charset="-127"/>
              </a:rPr>
              <a:t>Guillermo Carrillo</a:t>
            </a:r>
            <a:r>
              <a:rPr lang="en-US" altLang="ko-KR" sz="1000" b="1" spc="-29" dirty="0">
                <a:latin typeface="Arial Narrow" panose="020B0606020202030204" pitchFamily="34" charset="0"/>
                <a:ea typeface="LG스마트체 Regular" panose="020B0600000101010101" pitchFamily="50" charset="-127"/>
              </a:rPr>
              <a:t>      </a:t>
            </a:r>
            <a:r>
              <a:rPr lang="ko-KR" altLang="en-US" sz="1000" spc="-29" dirty="0">
                <a:solidFill>
                  <a:prstClr val="black">
                    <a:lumMod val="65000"/>
                    <a:lumOff val="35000"/>
                  </a:prstClr>
                </a:solidFill>
                <a:latin typeface="Arial Narrow" panose="020B0606020202030204" pitchFamily="34" charset="0"/>
                <a:ea typeface="LG스마트체 Regular" panose="020B0600000101010101" pitchFamily="50" charset="-127"/>
              </a:rPr>
              <a:t>■ Division: </a:t>
            </a:r>
            <a:r>
              <a:rPr lang="en-US" altLang="ko-KR" sz="1000" b="1" spc="-29" dirty="0">
                <a:latin typeface="Arial Narrow" panose="020B0606020202030204" pitchFamily="34" charset="0"/>
                <a:ea typeface="LG스마트체 Regular" panose="020B0600000101010101" pitchFamily="50" charset="-127"/>
              </a:rPr>
              <a:t>CM</a:t>
            </a:r>
            <a:r>
              <a:rPr lang="ko-KR" altLang="en-US" sz="1000" b="1" spc="-29" dirty="0">
                <a:latin typeface="Arial Narrow" panose="020B0606020202030204" pitchFamily="34" charset="0"/>
                <a:ea typeface="LG스마트체 Regular" panose="020B0600000101010101" pitchFamily="50" charset="-127"/>
              </a:rPr>
              <a:t>       </a:t>
            </a:r>
            <a:r>
              <a:rPr lang="ko-KR" altLang="en-US" sz="1000" spc="-29" dirty="0">
                <a:solidFill>
                  <a:prstClr val="black">
                    <a:lumMod val="65000"/>
                    <a:lumOff val="35000"/>
                  </a:prstClr>
                </a:solidFill>
                <a:latin typeface="Arial Narrow" panose="020B0606020202030204" pitchFamily="34" charset="0"/>
                <a:ea typeface="LG스마트체 Regular" panose="020B0600000101010101" pitchFamily="50" charset="-127"/>
              </a:rPr>
              <a:t>■ Team:</a:t>
            </a:r>
            <a:r>
              <a:rPr lang="ko-KR" altLang="en-US" sz="1000" spc="-29" dirty="0">
                <a:latin typeface="Arial Narrow" panose="020B0606020202030204" pitchFamily="34" charset="0"/>
                <a:ea typeface="LG스마트체 Regular" panose="020B0600000101010101" pitchFamily="50" charset="-127"/>
              </a:rPr>
              <a:t> </a:t>
            </a:r>
            <a:r>
              <a:rPr lang="en-US" altLang="ko-KR" sz="1000" b="1" spc="-29" dirty="0">
                <a:latin typeface="Arial Narrow" panose="020B0606020202030204" pitchFamily="34" charset="0"/>
                <a:ea typeface="LG스마트체 Regular" panose="020B0600000101010101" pitchFamily="50" charset="-127"/>
              </a:rPr>
              <a:t>Production</a:t>
            </a:r>
          </a:p>
        </p:txBody>
      </p:sp>
      <p:sp>
        <p:nvSpPr>
          <p:cNvPr id="41" name="Text Box 22">
            <a:extLst>
              <a:ext uri="{FF2B5EF4-FFF2-40B4-BE49-F238E27FC236}">
                <a16:creationId xmlns:a16="http://schemas.microsoft.com/office/drawing/2014/main" id="{281CC93F-E659-4A34-B26F-E7FDC768FBC1}"/>
              </a:ext>
            </a:extLst>
          </p:cNvPr>
          <p:cNvSpPr txBox="1">
            <a:spLocks noChangeArrowheads="1"/>
          </p:cNvSpPr>
          <p:nvPr/>
        </p:nvSpPr>
        <p:spPr bwMode="auto">
          <a:xfrm>
            <a:off x="7132320" y="4279392"/>
            <a:ext cx="2633472" cy="14630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lgn="ctr">
                <a:solidFill>
                  <a:srgbClr val="000000"/>
                </a:solidFill>
                <a:miter lim="800000"/>
                <a:headEnd/>
                <a:tailEnd/>
              </a14:hiddenLine>
            </a:ext>
          </a:extLst>
        </p:spPr>
        <p:txBody>
          <a:bodyPr wrap="square" lIns="90000" tIns="46800" rIns="90000" bIns="46800">
            <a:spAutoFit/>
          </a:bodyPr>
          <a:lstStyle>
            <a:defPPr>
              <a:defRPr lang="en-US"/>
            </a:defPPr>
            <a:lvl1pPr algn="just" eaLnBrk="0" hangingPunct="0">
              <a:defRPr kumimoji="1" sz="1100">
                <a:solidFill>
                  <a:prstClr val="black"/>
                </a:solidFill>
                <a:latin typeface="LG스마트체 Regular" panose="020B0600000101010101" pitchFamily="50" charset="-127"/>
                <a:ea typeface="LG스마트체 Regular" panose="020B0600000101010101" pitchFamily="50" charset="-127"/>
                <a:cs typeface="Arial" panose="020B0604020202020204" pitchFamily="34" charset="0"/>
              </a:defRPr>
            </a:lvl1pPr>
            <a:lvl2pPr marL="742950" indent="-285750" eaLnBrk="0" hangingPunct="0">
              <a:defRPr kumimoji="1">
                <a:latin typeface="굴림" pitchFamily="50" charset="-127"/>
                <a:ea typeface="굴림" pitchFamily="50" charset="-127"/>
              </a:defRPr>
            </a:lvl2pPr>
            <a:lvl3pPr marL="1143000" indent="-228600" eaLnBrk="0" hangingPunct="0">
              <a:defRPr kumimoji="1">
                <a:latin typeface="굴림" pitchFamily="50" charset="-127"/>
                <a:ea typeface="굴림" pitchFamily="50" charset="-127"/>
              </a:defRPr>
            </a:lvl3pPr>
            <a:lvl4pPr marL="1600200" indent="-228600" eaLnBrk="0" hangingPunct="0">
              <a:defRPr kumimoji="1">
                <a:latin typeface="굴림" pitchFamily="50" charset="-127"/>
                <a:ea typeface="굴림" pitchFamily="50" charset="-127"/>
              </a:defRPr>
            </a:lvl4pPr>
            <a:lvl5pPr marL="2057400" indent="-228600" eaLnBrk="0" hangingPunct="0">
              <a:defRPr kumimoji="1">
                <a:latin typeface="굴림" pitchFamily="50" charset="-127"/>
                <a:ea typeface="굴림" pitchFamily="50" charset="-127"/>
              </a:defRPr>
            </a:lvl5pPr>
            <a:lvl6pPr marL="2514600" indent="-228600" eaLnBrk="0" fontAlgn="base" hangingPunct="0">
              <a:spcBef>
                <a:spcPct val="0"/>
              </a:spcBef>
              <a:spcAft>
                <a:spcPct val="0"/>
              </a:spcAft>
              <a:defRPr kumimoji="1">
                <a:latin typeface="굴림" pitchFamily="50" charset="-127"/>
                <a:ea typeface="굴림" pitchFamily="50" charset="-127"/>
              </a:defRPr>
            </a:lvl6pPr>
            <a:lvl7pPr marL="2971800" indent="-228600" eaLnBrk="0" fontAlgn="base" hangingPunct="0">
              <a:spcBef>
                <a:spcPct val="0"/>
              </a:spcBef>
              <a:spcAft>
                <a:spcPct val="0"/>
              </a:spcAft>
              <a:defRPr kumimoji="1">
                <a:latin typeface="굴림" pitchFamily="50" charset="-127"/>
                <a:ea typeface="굴림" pitchFamily="50" charset="-127"/>
              </a:defRPr>
            </a:lvl7pPr>
            <a:lvl8pPr marL="3429000" indent="-228600" eaLnBrk="0" fontAlgn="base" hangingPunct="0">
              <a:spcBef>
                <a:spcPct val="0"/>
              </a:spcBef>
              <a:spcAft>
                <a:spcPct val="0"/>
              </a:spcAft>
              <a:defRPr kumimoji="1">
                <a:latin typeface="굴림" pitchFamily="50" charset="-127"/>
                <a:ea typeface="굴림" pitchFamily="50" charset="-127"/>
              </a:defRPr>
            </a:lvl8pPr>
            <a:lvl9pPr marL="3886200" indent="-228600" eaLnBrk="0" fontAlgn="base" hangingPunct="0">
              <a:spcBef>
                <a:spcPct val="0"/>
              </a:spcBef>
              <a:spcAft>
                <a:spcPct val="0"/>
              </a:spcAft>
              <a:defRPr kumimoji="1">
                <a:latin typeface="굴림" pitchFamily="50" charset="-127"/>
                <a:ea typeface="굴림" pitchFamily="50" charset="-127"/>
              </a:defRPr>
            </a:lvl9pPr>
          </a:lstStyle>
          <a:p>
            <a:pPr algn="l">
              <a:spcAft>
                <a:spcPts val="300"/>
              </a:spcAft>
              <a:buNone/>
            </a:pPr>
            <a:r>
              <a:rPr lang="en-US" altLang="ko-KR" dirty="0" sz="1400" b="1"/>
              <a:t>IMPACT:</a:t>
            </a:r>
          </a:p>
          <a:p>
            <a:pPr algn="l" marL="171450" indent="-171450">
              <a:spcAft>
                <a:spcPts val="300"/>
              </a:spcAft>
              <a:buFont typeface="Arial"/>
              <a:buChar char="•"/>
            </a:pPr>
            <a:r>
              <a:rPr lang="en-US" altLang="ko-KR" dirty="0" sz="900"/>
              <a:t>No more pallets reaching the Unloader with an unregistered piece.</a:t>
            </a:r>
          </a:p>
          <a:p>
            <a:pPr algn="l" marL="171450" indent="-171450">
              <a:spcAft>
                <a:spcPts val="300"/>
              </a:spcAft>
              <a:buFont typeface="Arial"/>
              <a:buChar char="•"/>
            </a:pPr>
            <a:r>
              <a:rPr lang="en-US" altLang="ko-KR" dirty="0" sz="900"/>
              <a:t>1211 alarms: baseline 24-36 per 12 h shift; new figure pending.</a:t>
            </a:r>
          </a:p>
          <a:p>
            <a:pPr algn="l" marL="171450" indent="-171450">
              <a:spcAft>
                <a:spcPts val="300"/>
              </a:spcAft>
              <a:buFont typeface="Arial"/>
              <a:buChar char="•"/>
            </a:pPr>
            <a:r>
              <a:rPr lang="en-US" altLang="ko-KR" dirty="0" sz="900"/>
              <a:t>Guards portable to the rest of the stations without changing their flowcharts.</a:t>
            </a:r>
          </a:p>
        </p:txBody>
      </p:sp>
      <p:sp>
        <p:nvSpPr>
          <p:cNvPr id="19" name="TextBox 18"/>
          <p:cNvSpPr txBox="1"/>
          <p:nvPr/>
        </p:nvSpPr>
        <p:spPr>
          <a:xfrm>
            <a:off x="3277620" y="5919793"/>
            <a:ext cx="3608683" cy="430887"/>
          </a:xfrm>
          <a:prstGeom prst="rect">
            <a:avLst/>
          </a:prstGeom>
          <a:noFill/>
        </p:spPr>
        <p:txBody>
          <a:bodyPr wrap="square" rtlCol="0">
            <a:spAutoFit/>
          </a:bodyPr>
          <a:lstStyle/>
          <a:p>
            <a:r>
              <a:rPr lang="en-US" sz="1100" dirty="0">
                <a:latin typeface="LG스마트체 Regular" panose="020B0600000101010101" pitchFamily="34" charset="-127"/>
                <a:ea typeface="LG스마트체 Regular" panose="020B0600000101010101" pitchFamily="34" charset="-127"/>
              </a:rPr>
              <a:t>Retry dialog added on QR read failure (alarm 1302), so the operator can reposition the PCBs instead of losing the group.</a:t>
            </a:r>
            <a:endParaRPr lang="es-MX" sz="1100" dirty="0">
              <a:latin typeface="LG스마트체 Regular" panose="020B0600000101010101" pitchFamily="34" charset="-127"/>
              <a:ea typeface="LG스마트체 Regular" panose="020B0600000101010101" pitchFamily="34" charset="-127"/>
            </a:endParaRPr>
          </a:p>
        </p:txBody>
      </p:sp>
      <p:sp>
        <p:nvSpPr>
          <p:cNvPr id="20" name="TextBox 19"/>
          <p:cNvSpPr txBox="1"/>
          <p:nvPr/>
        </p:nvSpPr>
        <p:spPr>
          <a:xfrm>
            <a:off x="5396917" y="3764733"/>
            <a:ext cx="1622881" cy="1446550"/>
          </a:xfrm>
          <a:prstGeom prst="rect">
            <a:avLst/>
          </a:prstGeom>
          <a:noFill/>
        </p:spPr>
        <p:txBody>
          <a:bodyPr wrap="square" rtlCol="0">
            <a:spAutoFit/>
          </a:bodyPr>
          <a:lstStyle/>
          <a:p>
            <a:r>
              <a:rPr lang="en-US" sz="1100" dirty="0">
                <a:latin typeface="LG스마트체 Regular" panose="020B0600000101010101" pitchFamily="34" charset="-127"/>
                <a:ea typeface="LG스마트체 Regular" panose="020B0600000101010101" pitchFamily="34" charset="-127"/>
              </a:rPr>
              <a:t>1211 alarm now confirmed by voting: 5 readings 150 ms apart, alarm raised only when 3 or more agree. Threshold configurable and recorded in the log.</a:t>
            </a:r>
            <a:endParaRPr lang="es-MX" sz="1100" dirty="0">
              <a:latin typeface="LG스마트체 Regular" panose="020B0600000101010101" pitchFamily="34" charset="-127"/>
              <a:ea typeface="LG스마트체 Regular" panose="020B0600000101010101" pitchFamily="34" charset="-127"/>
            </a:endParaRPr>
          </a:p>
        </p:txBody>
      </p:sp>
      <p:sp>
        <p:nvSpPr>
          <p:cNvPr id="302" name="Source note"/>
          <p:cNvSpPr txBox="1"/>
          <p:nvPr/>
        </p:nvSpPr>
        <p:spPr>
          <a:xfrm>
            <a:off x="7223760" y="6217920"/>
            <a:ext cx="2523744" cy="384048"/>
          </a:xfrm>
          <a:prstGeom prst="rect">
            <a:avLst/>
          </a:prstGeom>
          <a:noFill/>
        </p:spPr>
        <p:txBody>
          <a:bodyPr wrap="square" lIns="0" tIns="0" rIns="0" bIns="0"/>
          <a:lstStyle/>
          <a:p>
            <a:pPr algn="l">
              <a:buNone/>
            </a:pPr>
            <a:r>
              <a:rPr lang="en-US" altLang="ko-KR" dirty="0" sz="650">
                <a:solidFill>
                  <a:srgbClr val="7F7F7F"/>
                </a:solidFill>
              </a:rPr>
              <a:t>Effects measured directly on the stations during validation. Line output and alarm impact to be measured on Line 2 after formal release.</a:t>
            </a:r>
          </a:p>
        </p:txBody>
      </p:sp>
      <p:sp>
        <p:nvSpPr>
          <p:cNvPr id="401" name="Added box 401"/>
          <p:cNvSpPr/>
          <p:nvPr/>
        </p:nvSpPr>
        <p:spPr>
          <a:xfrm>
            <a:off x="201168" y="3721608"/>
            <a:ext cx="2926080" cy="164592"/>
          </a:xfrm>
          <a:prstGeom prst="rect">
            <a:avLst/>
          </a:prstGeom>
          <a:solidFill>
            <a:srgbClr val="FFFFFF"/>
          </a:solidFill>
          <a:ln w="6350">
            <a:noFill/>
          </a:ln>
        </p:spPr>
        <p:txBody>
          <a:bodyPr wrap="square" lIns="36000" tIns="18000" rIns="36000" bIns="18000" anchor="ctr"/>
          <a:lstStyle/>
          <a:p>
            <a:pPr algn="l"/>
            <a:r>
              <a:rPr lang="en-US" altLang="ko-KR" dirty="0" sz="800" b="1">
                <a:solidFill>
                  <a:srgbClr val="595959"/>
                </a:solidFill>
                <a:latin typeface="Arial"/>
                <a:cs typeface="Arial"/>
              </a:rPr>
              <a:t>Baseline before the guards</a:t>
            </a:r>
          </a:p>
        </p:txBody>
      </p:sp>
      <p:sp>
        <p:nvSpPr>
          <p:cNvPr id="402" name="Added box 402"/>
          <p:cNvSpPr/>
          <p:nvPr/>
        </p:nvSpPr>
        <p:spPr>
          <a:xfrm>
            <a:off x="201168" y="3904488"/>
            <a:ext cx="914400" cy="457200"/>
          </a:xfrm>
          <a:prstGeom prst="roundRect">
            <a:avLst>
              <a:gd name="adj" fmla="val 12000"/>
            </a:avLst>
          </a:prstGeom>
          <a:solidFill>
            <a:srgbClr val="F2F2F2"/>
          </a:solidFill>
          <a:ln w="6350">
            <a:solidFill>
              <a:srgbClr val="BFBFBF"/>
            </a:solidFill>
          </a:ln>
        </p:spPr>
        <p:txBody>
          <a:bodyPr wrap="square" lIns="36000" tIns="18000" rIns="36000" bIns="18000" anchor="ctr"/>
          <a:lstStyle/>
          <a:p>
            <a:pPr algn="ctr"/>
            <a:r>
              <a:rPr lang="en-US" altLang="ko-KR" dirty="0" sz="1100" b="1">
                <a:solidFill>
                  <a:srgbClr val="A50034"/>
                </a:solidFill>
                <a:latin typeface="Arial"/>
                <a:cs typeface="Arial"/>
              </a:rPr>
              <a:t>Nearly all</a:t>
            </a:r>
          </a:p>
          <a:p>
            <a:pPr algn="ctr"/>
            <a:r>
              <a:rPr lang="en-US" altLang="ko-KR" dirty="0" sz="700">
                <a:solidFill>
                  <a:srgbClr val="404040"/>
                </a:solidFill>
                <a:latin typeface="Arial"/>
                <a:cs typeface="Arial"/>
              </a:rPr>
              <a:t>pallets w/o pos. 12</a:t>
            </a:r>
          </a:p>
        </p:txBody>
      </p:sp>
      <p:sp>
        <p:nvSpPr>
          <p:cNvPr id="403" name="Added box 403"/>
          <p:cNvSpPr/>
          <p:nvPr/>
        </p:nvSpPr>
        <p:spPr>
          <a:xfrm>
            <a:off x="1188720" y="3904488"/>
            <a:ext cx="914400" cy="457200"/>
          </a:xfrm>
          <a:prstGeom prst="roundRect">
            <a:avLst>
              <a:gd name="adj" fmla="val 12000"/>
            </a:avLst>
          </a:prstGeom>
          <a:solidFill>
            <a:srgbClr val="F2F2F2"/>
          </a:solidFill>
          <a:ln w="6350">
            <a:solidFill>
              <a:srgbClr val="BFBFBF"/>
            </a:solidFill>
          </a:ln>
        </p:spPr>
        <p:txBody>
          <a:bodyPr wrap="square" lIns="36000" tIns="18000" rIns="36000" bIns="18000" anchor="ctr"/>
          <a:lstStyle/>
          <a:p>
            <a:pPr algn="ctr"/>
            <a:r>
              <a:rPr lang="en-US" altLang="ko-KR" dirty="0" sz="1100" b="1">
                <a:solidFill>
                  <a:srgbClr val="A50034"/>
                </a:solidFill>
                <a:latin typeface="Arial"/>
                <a:cs typeface="Arial"/>
              </a:rPr>
              <a:t>24-36</a:t>
            </a:r>
          </a:p>
          <a:p>
            <a:pPr algn="ctr"/>
            <a:r>
              <a:rPr lang="en-US" altLang="ko-KR" dirty="0" sz="700">
                <a:solidFill>
                  <a:srgbClr val="404040"/>
                </a:solidFill>
                <a:latin typeface="Arial"/>
                <a:cs typeface="Arial"/>
              </a:rPr>
              <a:t>1211 alarms / 12 h</a:t>
            </a:r>
          </a:p>
        </p:txBody>
      </p:sp>
      <p:sp>
        <p:nvSpPr>
          <p:cNvPr id="404" name="Added box 404"/>
          <p:cNvSpPr/>
          <p:nvPr/>
        </p:nvSpPr>
        <p:spPr>
          <a:xfrm>
            <a:off x="2176272" y="3904488"/>
            <a:ext cx="914400" cy="457200"/>
          </a:xfrm>
          <a:prstGeom prst="roundRect">
            <a:avLst>
              <a:gd name="adj" fmla="val 12000"/>
            </a:avLst>
          </a:prstGeom>
          <a:solidFill>
            <a:srgbClr val="F2F2F2"/>
          </a:solidFill>
          <a:ln w="6350">
            <a:solidFill>
              <a:srgbClr val="BFBFBF"/>
            </a:solidFill>
          </a:ln>
        </p:spPr>
        <p:txBody>
          <a:bodyPr wrap="square" lIns="36000" tIns="18000" rIns="36000" bIns="18000" anchor="ctr"/>
          <a:lstStyle/>
          <a:p>
            <a:pPr algn="ctr"/>
            <a:r>
              <a:rPr lang="en-US" altLang="ko-KR" dirty="0" sz="1100" b="1">
                <a:solidFill>
                  <a:srgbClr val="A50034"/>
                </a:solidFill>
                <a:latin typeface="Arial"/>
                <a:cs typeface="Arial"/>
              </a:rPr>
              <a:t>50014</a:t>
            </a:r>
          </a:p>
          <a:p>
            <a:pPr algn="ctr"/>
            <a:r>
              <a:rPr lang="en-US" altLang="ko-KR" dirty="0" sz="700">
                <a:solidFill>
                  <a:srgbClr val="404040"/>
                </a:solidFill>
                <a:latin typeface="Arial"/>
                <a:cs typeface="Arial"/>
              </a:rPr>
              <a:t>sporadic crashes, no trace</a:t>
            </a:r>
          </a:p>
        </p:txBody>
      </p:sp>
      <p:sp>
        <p:nvSpPr>
          <p:cNvPr id="405" name="Added box 405"/>
          <p:cNvSpPr/>
          <p:nvPr/>
        </p:nvSpPr>
        <p:spPr>
          <a:xfrm>
            <a:off x="3310128" y="3246120"/>
            <a:ext cx="2011680" cy="182880"/>
          </a:xfrm>
          <a:prstGeom prst="rect">
            <a:avLst/>
          </a:prstGeom>
          <a:solidFill>
            <a:srgbClr val="FFFFFF"/>
          </a:solidFill>
          <a:ln w="6350">
            <a:noFill/>
          </a:ln>
        </p:spPr>
        <p:txBody>
          <a:bodyPr wrap="square" lIns="36000" tIns="18000" rIns="36000" bIns="18000" anchor="ctr"/>
          <a:lstStyle/>
          <a:p>
            <a:pPr algn="l"/>
            <a:r>
              <a:rPr lang="en-US" altLang="ko-KR" dirty="0" sz="800" b="1">
                <a:solidFill>
                  <a:srgbClr val="595959"/>
                </a:solidFill>
                <a:latin typeface="Arial"/>
                <a:cs typeface="Arial"/>
              </a:rPr>
              <a:t>Last piece of the pallet (pos. 12)</a:t>
            </a:r>
          </a:p>
        </p:txBody>
      </p:sp>
      <p:sp>
        <p:nvSpPr>
          <p:cNvPr id="406" name="Added box 406"/>
          <p:cNvSpPr/>
          <p:nvPr/>
        </p:nvSpPr>
        <p:spPr>
          <a:xfrm>
            <a:off x="3346704" y="3465576"/>
            <a:ext cx="1938528" cy="329184"/>
          </a:xfrm>
          <a:prstGeom prst="roundRect">
            <a:avLst>
              <a:gd name="adj" fmla="val 12000"/>
            </a:avLst>
          </a:prstGeom>
          <a:solidFill>
            <a:srgbClr val="F2F2F2"/>
          </a:solidFill>
          <a:ln w="6350">
            <a:solidFill>
              <a:srgbClr val="BFBFBF"/>
            </a:solidFill>
          </a:ln>
        </p:spPr>
        <p:txBody>
          <a:bodyPr wrap="square" lIns="36000" tIns="18000" rIns="36000" bIns="18000" anchor="ctr"/>
          <a:lstStyle/>
          <a:p>
            <a:pPr algn="ctr"/>
            <a:r>
              <a:rPr lang="en-US" altLang="ko-KR" dirty="0" sz="800" b="1">
                <a:solidFill>
                  <a:srgbClr val="404040"/>
                </a:solidFill>
                <a:latin typeface="Arial"/>
                <a:cs typeface="Arial"/>
              </a:rPr>
              <a:t>Read index of palletResultCopy</a:t>
            </a:r>
          </a:p>
        </p:txBody>
      </p:sp>
      <p:cxnSp>
        <p:nvCxnSpPr>
          <p:cNvPr id="407" name="Arrow 407"/>
          <p:cNvCxnSpPr/>
          <p:nvPr/>
        </p:nvCxnSpPr>
        <p:spPr>
          <a:xfrm>
            <a:off x="4315968" y="3794760"/>
            <a:ext cx="0" cy="100584"/>
          </a:xfrm>
          <a:prstGeom prst="straightConnector1">
            <a:avLst/>
          </a:prstGeom>
          <a:ln w="12700">
            <a:solidFill>
              <a:srgbClr val="7F7F7F"/>
            </a:solidFill>
            <a:tailEnd type="triangle" w="sm" len="sm"/>
          </a:ln>
        </p:spPr>
      </p:cxnSp>
      <p:sp>
        <p:nvSpPr>
          <p:cNvPr id="408" name="Added box 408"/>
          <p:cNvSpPr/>
          <p:nvPr/>
        </p:nvSpPr>
        <p:spPr>
          <a:xfrm>
            <a:off x="3346704" y="3895344"/>
            <a:ext cx="1938528" cy="329184"/>
          </a:xfrm>
          <a:prstGeom prst="roundRect">
            <a:avLst>
              <a:gd name="adj" fmla="val 12000"/>
            </a:avLst>
          </a:prstGeom>
          <a:solidFill>
            <a:srgbClr val="A50034"/>
          </a:solidFill>
          <a:ln w="6350">
            <a:noFill/>
          </a:ln>
        </p:spPr>
        <p:txBody>
          <a:bodyPr wrap="square" lIns="36000" tIns="18000" rIns="36000" bIns="18000" anchor="ctr"/>
          <a:lstStyle/>
          <a:p>
            <a:pPr algn="ctr"/>
            <a:r>
              <a:rPr lang="en-US" altLang="ko-KR" dirty="0" sz="800" b="1">
                <a:solidFill>
                  <a:srgbClr val="FFFFFF"/>
                </a:solidFill>
                <a:latin typeface="Arial"/>
                <a:cs typeface="Arial"/>
              </a:rPr>
              <a:t>Index guard: is it in range?</a:t>
            </a:r>
          </a:p>
          <a:p>
            <a:pPr algn="ctr"/>
            <a:r>
              <a:rPr lang="en-US" altLang="ko-KR" dirty="0" sz="650">
                <a:solidFill>
                  <a:srgbClr val="FFFFFF"/>
                </a:solidFill>
                <a:latin typeface="Arial"/>
                <a:cs typeface="Arial"/>
              </a:rPr>
              <a:t>21 guards in GantryForm.cs</a:t>
            </a:r>
          </a:p>
        </p:txBody>
      </p:sp>
      <p:cxnSp>
        <p:nvCxnSpPr>
          <p:cNvPr id="409" name="Arrow 409"/>
          <p:cNvCxnSpPr/>
          <p:nvPr/>
        </p:nvCxnSpPr>
        <p:spPr>
          <a:xfrm>
            <a:off x="4315968" y="4224528"/>
            <a:ext cx="0" cy="100584"/>
          </a:xfrm>
          <a:prstGeom prst="straightConnector1">
            <a:avLst/>
          </a:prstGeom>
          <a:ln w="12700">
            <a:solidFill>
              <a:srgbClr val="7F7F7F"/>
            </a:solidFill>
            <a:tailEnd type="triangle" w="sm" len="sm"/>
          </a:ln>
        </p:spPr>
      </p:cxnSp>
      <p:sp>
        <p:nvSpPr>
          <p:cNvPr id="410" name="Added box 410"/>
          <p:cNvSpPr/>
          <p:nvPr/>
        </p:nvSpPr>
        <p:spPr>
          <a:xfrm>
            <a:off x="3346704" y="4325112"/>
            <a:ext cx="1938528" cy="329184"/>
          </a:xfrm>
          <a:prstGeom prst="roundRect">
            <a:avLst>
              <a:gd name="adj" fmla="val 12000"/>
            </a:avLst>
          </a:prstGeom>
          <a:solidFill>
            <a:srgbClr val="F2F2F2"/>
          </a:solidFill>
          <a:ln w="6350">
            <a:solidFill>
              <a:srgbClr val="BFBFBF"/>
            </a:solidFill>
          </a:ln>
        </p:spPr>
        <p:txBody>
          <a:bodyPr wrap="square" lIns="36000" tIns="18000" rIns="36000" bIns="18000" anchor="ctr"/>
          <a:lstStyle/>
          <a:p>
            <a:pPr algn="ctr"/>
            <a:r>
              <a:rPr lang="en-US" altLang="ko-KR" dirty="0" sz="800" b="1">
                <a:solidFill>
                  <a:srgbClr val="404040"/>
                </a:solidFill>
                <a:latin typeface="Arial"/>
                <a:cs typeface="Arial"/>
              </a:rPr>
              <a:t>In range → piece processed</a:t>
            </a:r>
          </a:p>
          <a:p>
            <a:pPr algn="ctr"/>
            <a:r>
              <a:rPr lang="en-US" altLang="ko-KR" dirty="0" sz="650">
                <a:solidFill>
                  <a:srgbClr val="404040"/>
                </a:solidFill>
                <a:latin typeface="Arial"/>
                <a:cs typeface="Arial"/>
              </a:rPr>
              <a:t>Out of range → handled + logged</a:t>
            </a:r>
          </a:p>
        </p:txBody>
      </p:sp>
      <p:cxnSp>
        <p:nvCxnSpPr>
          <p:cNvPr id="411" name="Arrow 411"/>
          <p:cNvCxnSpPr/>
          <p:nvPr/>
        </p:nvCxnSpPr>
        <p:spPr>
          <a:xfrm>
            <a:off x="4315968" y="4654296"/>
            <a:ext cx="0" cy="100584"/>
          </a:xfrm>
          <a:prstGeom prst="straightConnector1">
            <a:avLst/>
          </a:prstGeom>
          <a:ln w="12700">
            <a:solidFill>
              <a:srgbClr val="7F7F7F"/>
            </a:solidFill>
            <a:tailEnd type="triangle" w="sm" len="sm"/>
          </a:ln>
        </p:spPr>
      </p:cxnSp>
      <p:sp>
        <p:nvSpPr>
          <p:cNvPr id="412" name="Added box 412"/>
          <p:cNvSpPr/>
          <p:nvPr/>
        </p:nvSpPr>
        <p:spPr>
          <a:xfrm>
            <a:off x="3346704" y="4754880"/>
            <a:ext cx="1938528" cy="329184"/>
          </a:xfrm>
          <a:prstGeom prst="roundRect">
            <a:avLst>
              <a:gd name="adj" fmla="val 12000"/>
            </a:avLst>
          </a:prstGeom>
          <a:solidFill>
            <a:srgbClr val="F2F2F2"/>
          </a:solidFill>
          <a:ln w="6350">
            <a:solidFill>
              <a:srgbClr val="BFBFBF"/>
            </a:solidFill>
          </a:ln>
        </p:spPr>
        <p:txBody>
          <a:bodyPr wrap="square" lIns="36000" tIns="18000" rIns="36000" bIns="18000" anchor="ctr"/>
          <a:lstStyle/>
          <a:p>
            <a:pPr algn="ctr"/>
            <a:r>
              <a:rPr lang="en-US" altLang="ko-KR" dirty="0" sz="800" b="1">
                <a:solidFill>
                  <a:srgbClr val="404040"/>
                </a:solidFill>
                <a:latin typeface="Arial"/>
                <a:cs typeface="Arial"/>
              </a:rPr>
              <a:t>Piece reported</a:t>
            </a:r>
          </a:p>
          <a:p>
            <a:pPr algn="ctr"/>
            <a:r>
              <a:rPr lang="en-US" altLang="ko-KR" dirty="0" sz="650">
                <a:solidFill>
                  <a:srgbClr val="404040"/>
                </a:solidFill>
                <a:latin typeface="Arial"/>
                <a:cs typeface="Arial"/>
              </a:rPr>
              <a:t>flowchart node completes</a:t>
            </a:r>
          </a:p>
        </p:txBody>
      </p:sp>
      <p:cxnSp>
        <p:nvCxnSpPr>
          <p:cNvPr id="413" name="Arrow 413"/>
          <p:cNvCxnSpPr/>
          <p:nvPr/>
        </p:nvCxnSpPr>
        <p:spPr>
          <a:xfrm>
            <a:off x="4315968" y="5084064"/>
            <a:ext cx="0" cy="100584"/>
          </a:xfrm>
          <a:prstGeom prst="straightConnector1">
            <a:avLst/>
          </a:prstGeom>
          <a:ln w="12700">
            <a:solidFill>
              <a:srgbClr val="7F7F7F"/>
            </a:solidFill>
            <a:tailEnd type="triangle" w="sm" len="sm"/>
          </a:ln>
        </p:spPr>
      </p:cxnSp>
      <p:sp>
        <p:nvSpPr>
          <p:cNvPr id="414" name="Added box 414"/>
          <p:cNvSpPr/>
          <p:nvPr/>
        </p:nvSpPr>
        <p:spPr>
          <a:xfrm>
            <a:off x="3346704" y="5184648"/>
            <a:ext cx="1938528" cy="329184"/>
          </a:xfrm>
          <a:prstGeom prst="roundRect">
            <a:avLst>
              <a:gd name="adj" fmla="val 12000"/>
            </a:avLst>
          </a:prstGeom>
          <a:solidFill>
            <a:srgbClr val="00703C"/>
          </a:solidFill>
          <a:ln w="6350">
            <a:noFill/>
          </a:ln>
        </p:spPr>
        <p:txBody>
          <a:bodyPr wrap="square" lIns="36000" tIns="18000" rIns="36000" bIns="18000" anchor="ctr"/>
          <a:lstStyle/>
          <a:p>
            <a:pPr algn="ctr"/>
            <a:r>
              <a:rPr lang="en-US" altLang="ko-KR" dirty="0" sz="800" b="1">
                <a:solidFill>
                  <a:srgbClr val="FFFFFF"/>
                </a:solidFill>
                <a:latin typeface="Arial"/>
                <a:cs typeface="Arial"/>
              </a:rPr>
              <a:t>Pallet released complete</a:t>
            </a:r>
          </a:p>
        </p:txBody>
      </p:sp>
      <p:sp>
        <p:nvSpPr>
          <p:cNvPr id="415" name="Added box 415"/>
          <p:cNvSpPr/>
          <p:nvPr/>
        </p:nvSpPr>
        <p:spPr>
          <a:xfrm>
            <a:off x="7223760" y="3017520"/>
            <a:ext cx="804672" cy="548640"/>
          </a:xfrm>
          <a:prstGeom prst="roundRect">
            <a:avLst>
              <a:gd name="adj" fmla="val 12000"/>
            </a:avLst>
          </a:prstGeom>
          <a:solidFill>
            <a:srgbClr val="F2F2F2"/>
          </a:solidFill>
          <a:ln w="6350">
            <a:solidFill>
              <a:srgbClr val="BFBFBF"/>
            </a:solidFill>
          </a:ln>
        </p:spPr>
        <p:txBody>
          <a:bodyPr wrap="square" lIns="36000" tIns="18000" rIns="36000" bIns="18000" anchor="ctr"/>
          <a:lstStyle/>
          <a:p>
            <a:pPr algn="ctr"/>
            <a:r>
              <a:rPr lang="en-US" altLang="ko-KR" dirty="0" sz="1050" b="1">
                <a:solidFill>
                  <a:srgbClr val="A50034"/>
                </a:solidFill>
                <a:latin typeface="Arial"/>
                <a:cs typeface="Arial"/>
              </a:rPr>
              <a:t>Nearly all</a:t>
            </a:r>
          </a:p>
          <a:p>
            <a:pPr algn="ctr"/>
            <a:r>
              <a:rPr lang="en-US" altLang="ko-KR" dirty="0" sz="650">
                <a:solidFill>
                  <a:srgbClr val="404040"/>
                </a:solidFill>
                <a:latin typeface="Arial"/>
                <a:cs typeface="Arial"/>
              </a:rPr>
              <a:t>pos. 12 missed before</a:t>
            </a:r>
          </a:p>
        </p:txBody>
      </p:sp>
      <p:sp>
        <p:nvSpPr>
          <p:cNvPr id="416" name="Added box 416"/>
          <p:cNvSpPr/>
          <p:nvPr/>
        </p:nvSpPr>
        <p:spPr>
          <a:xfrm>
            <a:off x="8101583" y="3017520"/>
            <a:ext cx="804672" cy="548640"/>
          </a:xfrm>
          <a:prstGeom prst="roundRect">
            <a:avLst>
              <a:gd name="adj" fmla="val 12000"/>
            </a:avLst>
          </a:prstGeom>
          <a:solidFill>
            <a:srgbClr val="F2F2F2"/>
          </a:solidFill>
          <a:ln w="6350">
            <a:solidFill>
              <a:srgbClr val="BFBFBF"/>
            </a:solidFill>
          </a:ln>
        </p:spPr>
        <p:txBody>
          <a:bodyPr wrap="square" lIns="36000" tIns="18000" rIns="36000" bIns="18000" anchor="ctr"/>
          <a:lstStyle/>
          <a:p>
            <a:pPr algn="ctr"/>
            <a:r>
              <a:rPr lang="en-US" altLang="ko-KR" dirty="0" sz="1050" b="1">
                <a:solidFill>
                  <a:srgbClr val="00703C"/>
                </a:solidFill>
                <a:latin typeface="Arial"/>
                <a:cs typeface="Arial"/>
              </a:rPr>
              <a:t>0</a:t>
            </a:r>
          </a:p>
          <a:p>
            <a:pPr algn="ctr"/>
            <a:r>
              <a:rPr lang="en-US" altLang="ko-KR" dirty="0" sz="650">
                <a:solidFill>
                  <a:srgbClr val="404040"/>
                </a:solidFill>
                <a:latin typeface="Arial"/>
                <a:cs typeface="Arial"/>
              </a:rPr>
              <a:t>validation shift</a:t>
            </a:r>
          </a:p>
        </p:txBody>
      </p:sp>
      <p:sp>
        <p:nvSpPr>
          <p:cNvPr id="417" name="Added box 417"/>
          <p:cNvSpPr/>
          <p:nvPr/>
        </p:nvSpPr>
        <p:spPr>
          <a:xfrm>
            <a:off x="8979408" y="3017520"/>
            <a:ext cx="804672" cy="548640"/>
          </a:xfrm>
          <a:prstGeom prst="roundRect">
            <a:avLst>
              <a:gd name="adj" fmla="val 12000"/>
            </a:avLst>
          </a:prstGeom>
          <a:solidFill>
            <a:srgbClr val="F2F2F2"/>
          </a:solidFill>
          <a:ln w="6350">
            <a:solidFill>
              <a:srgbClr val="BFBFBF"/>
            </a:solidFill>
          </a:ln>
        </p:spPr>
        <p:txBody>
          <a:bodyPr wrap="square" lIns="36000" tIns="18000" rIns="36000" bIns="18000" anchor="ctr"/>
          <a:lstStyle/>
          <a:p>
            <a:pPr algn="ctr"/>
            <a:r>
              <a:rPr lang="en-US" altLang="ko-KR" dirty="0" sz="1050" b="1">
                <a:solidFill>
                  <a:srgbClr val="00703C"/>
                </a:solidFill>
                <a:latin typeface="Arial"/>
                <a:cs typeface="Arial"/>
              </a:rPr>
              <a:t>21</a:t>
            </a:r>
          </a:p>
          <a:p>
            <a:pPr algn="ctr"/>
            <a:r>
              <a:rPr lang="en-US" altLang="ko-KR" dirty="0" sz="650">
                <a:solidFill>
                  <a:srgbClr val="404040"/>
                </a:solidFill>
                <a:latin typeface="Arial"/>
                <a:cs typeface="Arial"/>
              </a:rPr>
              <a:t>index guards</a:t>
            </a:r>
          </a:p>
        </p:txBody>
      </p:sp>
      <p:sp>
        <p:nvSpPr>
          <p:cNvPr id="418" name="Added box 418"/>
          <p:cNvSpPr/>
          <p:nvPr/>
        </p:nvSpPr>
        <p:spPr>
          <a:xfrm>
            <a:off x="7223760" y="3639312"/>
            <a:ext cx="1207008" cy="502920"/>
          </a:xfrm>
          <a:prstGeom prst="roundRect">
            <a:avLst>
              <a:gd name="adj" fmla="val 12000"/>
            </a:avLst>
          </a:prstGeom>
          <a:solidFill>
            <a:srgbClr val="F2F2F2"/>
          </a:solidFill>
          <a:ln w="6350">
            <a:solidFill>
              <a:srgbClr val="BFBFBF"/>
            </a:solidFill>
          </a:ln>
        </p:spPr>
        <p:txBody>
          <a:bodyPr wrap="square" lIns="36000" tIns="18000" rIns="36000" bIns="18000" anchor="ctr"/>
          <a:lstStyle/>
          <a:p>
            <a:pPr algn="ctr"/>
            <a:r>
              <a:rPr lang="en-US" altLang="ko-KR" dirty="0" sz="1100" b="1">
                <a:solidFill>
                  <a:srgbClr val="404040"/>
                </a:solidFill>
                <a:latin typeface="Arial"/>
                <a:cs typeface="Arial"/>
              </a:rPr>
              <a:t>3 of 5</a:t>
            </a:r>
          </a:p>
          <a:p>
            <a:pPr algn="ctr"/>
            <a:r>
              <a:rPr lang="en-US" altLang="ko-KR" dirty="0" sz="650">
                <a:solidFill>
                  <a:srgbClr val="404040"/>
                </a:solidFill>
                <a:latin typeface="Arial"/>
                <a:cs typeface="Arial"/>
              </a:rPr>
              <a:t>readings to raise 1211</a:t>
            </a:r>
          </a:p>
        </p:txBody>
      </p:sp>
      <p:sp>
        <p:nvSpPr>
          <p:cNvPr id="419" name="Added box 419"/>
          <p:cNvSpPr/>
          <p:nvPr/>
        </p:nvSpPr>
        <p:spPr>
          <a:xfrm>
            <a:off x="8503920" y="3639312"/>
            <a:ext cx="1207008" cy="502920"/>
          </a:xfrm>
          <a:prstGeom prst="roundRect">
            <a:avLst>
              <a:gd name="adj" fmla="val 12000"/>
            </a:avLst>
          </a:prstGeom>
          <a:solidFill>
            <a:srgbClr val="F2F2F2"/>
          </a:solidFill>
          <a:ln w="6350">
            <a:solidFill>
              <a:srgbClr val="BFBFBF"/>
            </a:solidFill>
          </a:ln>
        </p:spPr>
        <p:txBody>
          <a:bodyPr wrap="square" lIns="36000" tIns="18000" rIns="36000" bIns="18000" anchor="ctr"/>
          <a:lstStyle/>
          <a:p>
            <a:pPr algn="ctr"/>
            <a:r>
              <a:rPr lang="en-US" altLang="ko-KR" dirty="0" sz="1100" b="1">
                <a:solidFill>
                  <a:srgbClr val="404040"/>
                </a:solidFill>
                <a:latin typeface="Arial"/>
                <a:cs typeface="Arial"/>
              </a:rPr>
              <a:t>150 ms</a:t>
            </a:r>
          </a:p>
          <a:p>
            <a:pPr algn="ctr"/>
            <a:r>
              <a:rPr lang="en-US" altLang="ko-KR" dirty="0" sz="650">
                <a:solidFill>
                  <a:srgbClr val="404040"/>
                </a:solidFill>
                <a:latin typeface="Arial"/>
                <a:cs typeface="Arial"/>
              </a:rPr>
              <a:t>between readings</a:t>
            </a:r>
          </a:p>
        </p:txBody>
      </p:sp>
      <p:sp>
        <p:nvSpPr>
          <p:cNvPr id="420" name="Added box 420"/>
          <p:cNvSpPr/>
          <p:nvPr/>
        </p:nvSpPr>
        <p:spPr>
          <a:xfrm>
            <a:off x="7223760" y="5705856"/>
            <a:ext cx="2523744" cy="438912"/>
          </a:xfrm>
          <a:prstGeom prst="roundRect">
            <a:avLst>
              <a:gd name="adj" fmla="val 12000"/>
            </a:avLst>
          </a:prstGeom>
          <a:solidFill>
            <a:srgbClr val="F2F2F2"/>
          </a:solidFill>
          <a:ln w="6350">
            <a:solidFill>
              <a:srgbClr val="BFBFBF"/>
            </a:solidFill>
          </a:ln>
        </p:spPr>
        <p:txBody>
          <a:bodyPr wrap="square" lIns="36000" tIns="18000" rIns="36000" bIns="18000" anchor="ctr"/>
          <a:lstStyle/>
          <a:p>
            <a:pPr algn="l"/>
            <a:r>
              <a:rPr lang="en-US" altLang="ko-KR" dirty="0" sz="800" b="1">
                <a:solidFill>
                  <a:srgbClr val="404040"/>
                </a:solidFill>
                <a:latin typeface="Arial"/>
                <a:cs typeface="Arial"/>
              </a:rPr>
              <a:t>Next step</a:t>
            </a:r>
          </a:p>
          <a:p>
            <a:pPr algn="l"/>
            <a:r>
              <a:rPr lang="en-US" altLang="ko-KR" dirty="0" sz="700">
                <a:solidFill>
                  <a:srgbClr val="404040"/>
                </a:solidFill>
                <a:latin typeface="Arial"/>
                <a:cs typeface="Arial"/>
              </a:rPr>
              <a:t>Formal release on Line 2, then compare 1211 and 50014 alarm counts before vs after.</a:t>
            </a:r>
          </a:p>
        </p:txBody>
      </p:sp>
    </p:spTree>
    <p:extLst>
      <p:ext uri="{BB962C8B-B14F-4D97-AF65-F5344CB8AC3E}">
        <p14:creationId xmlns:p14="http://schemas.microsoft.com/office/powerpoint/2010/main" val="4055971772"/>
      </p:ext>
    </p:extLst>
  </p:cSld>
  <p:clrMapOvr>
    <a:masterClrMapping/>
  </p:clrMapOvr>
</p:sld>
</file>

<file path=ppt/theme/theme1.xml><?xml version="1.0" encoding="utf-8"?>
<a:theme xmlns:a="http://schemas.openxmlformats.org/drawingml/2006/main" name="3_Office 테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895</TotalTime>
  <Words>299</Words>
  <Application>Microsoft Office PowerPoint</Application>
  <PresentationFormat>A4 Paper (210x297 mm)</PresentationFormat>
  <Paragraphs>54</Paragraphs>
  <Slides>1</Slides>
  <Notes>1</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1</vt:i4>
      </vt:variant>
    </vt:vector>
  </HeadingPairs>
  <TitlesOfParts>
    <vt:vector size="12" baseType="lpstr">
      <vt:lpstr>LG스마트체 Regular</vt:lpstr>
      <vt:lpstr>LG스마트체 SemiBold</vt:lpstr>
      <vt:lpstr>LG스마트체2.0 Bold</vt:lpstr>
      <vt:lpstr>가는둥근제목체</vt:lpstr>
      <vt:lpstr>맑은 고딕</vt:lpstr>
      <vt:lpstr>바탕</vt:lpstr>
      <vt:lpstr>Arial</vt:lpstr>
      <vt:lpstr>Arial Narrow</vt:lpstr>
      <vt:lpstr>Times New Roman</vt:lpstr>
      <vt:lpstr>Wingdings</vt:lpstr>
      <vt:lpstr>3_Office 테마</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haeyun Jeong(정해윤)</dc:creator>
  <cp:lastModifiedBy>Saul Rodriguez Garduno</cp:lastModifiedBy>
  <cp:revision>53</cp:revision>
  <dcterms:created xsi:type="dcterms:W3CDTF">2024-01-23T23:13:38Z</dcterms:created>
  <dcterms:modified xsi:type="dcterms:W3CDTF">2026-09-19T02:09:13Z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99b8a968-831d-4cfc-b1f9-4367a1331151_Enabled">
    <vt:lpwstr>true</vt:lpwstr>
  </property>
  <property fmtid="{D5CDD505-2E9C-101B-9397-08002B2CF9AE}" pid="3" name="MSIP_Label_99b8a968-831d-4cfc-b1f9-4367a1331151_SetDate">
    <vt:lpwstr>2024-05-04T19:05:14Z</vt:lpwstr>
  </property>
  <property fmtid="{D5CDD505-2E9C-101B-9397-08002B2CF9AE}" pid="4" name="MSIP_Label_99b8a968-831d-4cfc-b1f9-4367a1331151_Method">
    <vt:lpwstr>Privileged</vt:lpwstr>
  </property>
  <property fmtid="{D5CDD505-2E9C-101B-9397-08002B2CF9AE}" pid="5" name="MSIP_Label_99b8a968-831d-4cfc-b1f9-4367a1331151_Name">
    <vt:lpwstr>Confidential</vt:lpwstr>
  </property>
  <property fmtid="{D5CDD505-2E9C-101B-9397-08002B2CF9AE}" pid="6" name="MSIP_Label_99b8a968-831d-4cfc-b1f9-4367a1331151_SiteId">
    <vt:lpwstr>e6c7989d-a5fe-4b7b-a335-3288406db2fd</vt:lpwstr>
  </property>
  <property fmtid="{D5CDD505-2E9C-101B-9397-08002B2CF9AE}" pid="7" name="MSIP_Label_99b8a968-831d-4cfc-b1f9-4367a1331151_ActionId">
    <vt:lpwstr>66310290-fea6-40d2-83bd-c8b58c1b5aea</vt:lpwstr>
  </property>
  <property fmtid="{D5CDD505-2E9C-101B-9397-08002B2CF9AE}" pid="8" name="MSIP_Label_99b8a968-831d-4cfc-b1f9-4367a1331151_ContentBits">
    <vt:lpwstr>3</vt:lpwstr>
  </property>
</Properties>
</file>