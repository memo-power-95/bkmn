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436" r:id="rId2"/>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757" autoAdjust="0"/>
    <p:restoredTop sz="95332" autoAdjust="0"/>
  </p:normalViewPr>
  <p:slideViewPr>
    <p:cSldViewPr snapToGrid="0">
      <p:cViewPr varScale="1">
        <p:scale>
          <a:sx n="114" d="100"/>
          <a:sy n="114" d="100"/>
        </p:scale>
        <p:origin x="107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56EB0B-3736-454C-BDC9-CFE6B03A8AAF}" type="datetimeFigureOut">
              <a:rPr lang="ko-KR" altLang="en-US" smtClean="0"/>
              <a:t>2026-09-18</a:t>
            </a:fld>
            <a:endParaRPr lang="ko-KR" altLang="en-US"/>
          </a:p>
        </p:txBody>
      </p:sp>
      <p:sp>
        <p:nvSpPr>
          <p:cNvPr id="4" name="슬라이드 이미지 개체 틀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146203-DBE1-497C-BB2D-98327BF1F7AF}" type="slidenum">
              <a:rPr lang="ko-KR" altLang="en-US" smtClean="0"/>
              <a:t>‹#›</a:t>
            </a:fld>
            <a:endParaRPr lang="ko-KR" altLang="en-US"/>
          </a:p>
        </p:txBody>
      </p:sp>
    </p:spTree>
    <p:extLst>
      <p:ext uri="{BB962C8B-B14F-4D97-AF65-F5344CB8AC3E}">
        <p14:creationId xmlns:p14="http://schemas.microsoft.com/office/powerpoint/2010/main" val="303895283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defTabSz="915264">
              <a:defRPr/>
            </a:pPr>
            <a:endParaRPr lang="en-US" altLang="ko-KR" dirty="0">
              <a:solidFill>
                <a:schemeClr val="tx1"/>
              </a:solidFill>
              <a:latin typeface="Arial Narrow" pitchFamily="34" charset="0"/>
              <a:ea typeface="가는둥근제목체" pitchFamily="18" charset="-127"/>
              <a:cs typeface="Times New Roman" pitchFamily="18" charset="0"/>
            </a:endParaRPr>
          </a:p>
        </p:txBody>
      </p:sp>
      <p:sp>
        <p:nvSpPr>
          <p:cNvPr id="4" name="슬라이드 번호 개체 틀 3"/>
          <p:cNvSpPr>
            <a:spLocks noGrp="1"/>
          </p:cNvSpPr>
          <p:nvPr>
            <p:ph type="sldNum" sz="quarter" idx="10"/>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5443883B-7D6F-4E64-B93B-9457A9247E9C}" type="slidenum">
              <a:rPr kumimoji="0" lang="en-US" altLang="ko-KR"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a:t>
            </a:fld>
            <a:endParaRPr kumimoji="0" lang="en-US" altLang="ko-KR"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3832683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6958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57443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4"/>
          <p:cNvSpPr txBox="1">
            <a:spLocks noChangeArrowheads="1"/>
          </p:cNvSpPr>
          <p:nvPr userDrawn="1"/>
        </p:nvSpPr>
        <p:spPr bwMode="auto">
          <a:xfrm>
            <a:off x="100000" y="536107"/>
            <a:ext cx="800477" cy="16619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ko-KR"/>
            </a:defPPr>
            <a:lvl1pPr eaLnBrk="1" fontAlgn="auto" hangingPunct="1">
              <a:spcAft>
                <a:spcPts val="0"/>
              </a:spcAft>
              <a:defRPr sz="2000">
                <a:solidFill>
                  <a:srgbClr val="000000"/>
                </a:solidFill>
                <a:latin typeface="Arial Narrow" panose="020B0606020202030204" pitchFamily="34" charset="0"/>
                <a:ea typeface="LG스마트체 Regular" panose="020B0600000101010101" pitchFamily="50" charset="-127"/>
                <a:cs typeface="+mj-cs"/>
              </a:defRPr>
            </a:lvl1pPr>
            <a:lvl2pPr algn="ctr" eaLnBrk="0" hangingPunct="0">
              <a:defRPr sz="4400">
                <a:solidFill>
                  <a:schemeClr val="tx2"/>
                </a:solidFill>
                <a:ea typeface="돋움" pitchFamily="50" charset="-127"/>
              </a:defRPr>
            </a:lvl2pPr>
            <a:lvl3pPr algn="ctr" eaLnBrk="0" hangingPunct="0">
              <a:defRPr sz="4400">
                <a:solidFill>
                  <a:schemeClr val="tx2"/>
                </a:solidFill>
                <a:ea typeface="돋움" pitchFamily="50" charset="-127"/>
              </a:defRPr>
            </a:lvl3pPr>
            <a:lvl4pPr algn="ctr" eaLnBrk="0" hangingPunct="0">
              <a:defRPr sz="4400">
                <a:solidFill>
                  <a:schemeClr val="tx2"/>
                </a:solidFill>
                <a:ea typeface="돋움" pitchFamily="50" charset="-127"/>
              </a:defRPr>
            </a:lvl4pPr>
            <a:lvl5pPr algn="ctr" eaLnBrk="0" hangingPunct="0">
              <a:defRPr sz="4400">
                <a:solidFill>
                  <a:schemeClr val="tx2"/>
                </a:solidFill>
                <a:ea typeface="돋움" pitchFamily="50" charset="-127"/>
              </a:defRPr>
            </a:lvl5pPr>
            <a:lvl6pPr marL="457200" algn="ctr" fontAlgn="base">
              <a:spcBef>
                <a:spcPct val="0"/>
              </a:spcBef>
              <a:spcAft>
                <a:spcPct val="0"/>
              </a:spcAft>
              <a:defRPr sz="4400">
                <a:solidFill>
                  <a:schemeClr val="tx2"/>
                </a:solidFill>
                <a:latin typeface="굴림" pitchFamily="50" charset="-127"/>
                <a:ea typeface="굴림" pitchFamily="50" charset="-127"/>
              </a:defRPr>
            </a:lvl6pPr>
            <a:lvl7pPr marL="914400" algn="ctr" fontAlgn="base">
              <a:spcBef>
                <a:spcPct val="0"/>
              </a:spcBef>
              <a:spcAft>
                <a:spcPct val="0"/>
              </a:spcAft>
              <a:defRPr sz="4400">
                <a:solidFill>
                  <a:schemeClr val="tx2"/>
                </a:solidFill>
                <a:latin typeface="굴림" pitchFamily="50" charset="-127"/>
                <a:ea typeface="굴림" pitchFamily="50" charset="-127"/>
              </a:defRPr>
            </a:lvl7pPr>
            <a:lvl8pPr marL="1371600" algn="ctr" fontAlgn="base">
              <a:spcBef>
                <a:spcPct val="0"/>
              </a:spcBef>
              <a:spcAft>
                <a:spcPct val="0"/>
              </a:spcAft>
              <a:defRPr sz="4400">
                <a:solidFill>
                  <a:schemeClr val="tx2"/>
                </a:solidFill>
                <a:latin typeface="굴림" pitchFamily="50" charset="-127"/>
                <a:ea typeface="굴림" pitchFamily="50" charset="-127"/>
              </a:defRPr>
            </a:lvl8pPr>
            <a:lvl9pPr marL="1828800" algn="ctr" fontAlgn="base">
              <a:spcBef>
                <a:spcPct val="0"/>
              </a:spcBef>
              <a:spcAft>
                <a:spcPct val="0"/>
              </a:spcAft>
              <a:defRPr sz="4400">
                <a:solidFill>
                  <a:schemeClr val="tx2"/>
                </a:solidFill>
                <a:latin typeface="굴림" pitchFamily="50" charset="-127"/>
                <a:ea typeface="굴림" pitchFamily="50" charset="-127"/>
              </a:defRPr>
            </a:lvl9pPr>
          </a:lstStyle>
          <a:p>
            <a:pPr>
              <a:lnSpc>
                <a:spcPct val="90000"/>
              </a:lnSpc>
            </a:pPr>
            <a:r>
              <a:rPr lang="ko-KR" altLang="en-US" sz="1200" b="1" u="none" spc="-30" dirty="0">
                <a:solidFill>
                  <a:schemeClr val="tx1"/>
                </a:solidFill>
                <a:latin typeface="바탕" panose="02030600000101010101" pitchFamily="18" charset="-127"/>
                <a:ea typeface="바탕" panose="02030600000101010101" pitchFamily="18" charset="-127"/>
              </a:rPr>
              <a:t>☞</a:t>
            </a:r>
            <a:r>
              <a:rPr lang="ko-KR" altLang="en-US" sz="1200" b="1" u="none" spc="-30" dirty="0">
                <a:solidFill>
                  <a:schemeClr val="tx1"/>
                </a:solidFill>
              </a:rPr>
              <a:t> </a:t>
            </a:r>
            <a:r>
              <a:rPr lang="en-US" altLang="ko-KR" sz="1200" b="1" u="none" spc="-30" dirty="0">
                <a:solidFill>
                  <a:schemeClr val="tx1"/>
                </a:solidFill>
              </a:rPr>
              <a:t>Idea </a:t>
            </a:r>
            <a:r>
              <a:rPr lang="ko-KR" altLang="en-US" sz="1200" b="1" u="none" spc="-30" dirty="0">
                <a:solidFill>
                  <a:schemeClr val="tx1"/>
                </a:solidFill>
              </a:rPr>
              <a:t>발상</a:t>
            </a:r>
            <a:endParaRPr lang="en-US" altLang="ko-KR" sz="1800" b="1" u="none" spc="-30" dirty="0">
              <a:solidFill>
                <a:schemeClr val="tx1"/>
              </a:solidFill>
            </a:endParaRPr>
          </a:p>
        </p:txBody>
      </p:sp>
      <p:sp>
        <p:nvSpPr>
          <p:cNvPr id="8" name="Line 2">
            <a:extLst>
              <a:ext uri="{FF2B5EF4-FFF2-40B4-BE49-F238E27FC236}">
                <a16:creationId xmlns:a16="http://schemas.microsoft.com/office/drawing/2014/main" id="{012BBBE0-E98F-588B-E7C8-2FCC7B62B528}"/>
              </a:ext>
            </a:extLst>
          </p:cNvPr>
          <p:cNvSpPr>
            <a:spLocks noChangeShapeType="1"/>
          </p:cNvSpPr>
          <p:nvPr userDrawn="1"/>
        </p:nvSpPr>
        <p:spPr bwMode="auto">
          <a:xfrm>
            <a:off x="96013" y="507035"/>
            <a:ext cx="8957817" cy="1048"/>
          </a:xfrm>
          <a:prstGeom prst="line">
            <a:avLst/>
          </a:prstGeom>
          <a:noFill/>
          <a:ln w="9525">
            <a:solidFill>
              <a:schemeClr val="bg1">
                <a:lumMod val="50000"/>
              </a:schemeClr>
            </a:solidFill>
            <a:round/>
            <a:headEnd/>
            <a:tailEnd/>
          </a:ln>
          <a:extLst>
            <a:ext uri="{909E8E84-426E-40DD-AFC4-6F175D3DCCD1}">
              <a14:hiddenFill xmlns:a14="http://schemas.microsoft.com/office/drawing/2010/main">
                <a:noFill/>
              </a14:hiddenFill>
            </a:ext>
          </a:extLst>
        </p:spPr>
        <p:txBody>
          <a:bodyPr/>
          <a:lstStyle>
            <a:defPPr>
              <a:defRPr lang="ko-KR"/>
            </a:defPPr>
            <a:lvl1pPr algn="l" rtl="0" fontAlgn="base" latinLnBrk="1">
              <a:spcBef>
                <a:spcPct val="0"/>
              </a:spcBef>
              <a:spcAft>
                <a:spcPct val="0"/>
              </a:spcAft>
              <a:defRPr kumimoji="1" kern="1200">
                <a:solidFill>
                  <a:schemeClr val="tx1"/>
                </a:solidFill>
                <a:latin typeface="맑은 고딕" pitchFamily="50" charset="-127"/>
                <a:ea typeface="굴림" pitchFamily="50" charset="-127"/>
                <a:cs typeface="+mn-cs"/>
              </a:defRPr>
            </a:lvl1pPr>
            <a:lvl2pPr marL="457200" algn="l" rtl="0" fontAlgn="base" latinLnBrk="1">
              <a:spcBef>
                <a:spcPct val="0"/>
              </a:spcBef>
              <a:spcAft>
                <a:spcPct val="0"/>
              </a:spcAft>
              <a:defRPr kumimoji="1" kern="1200">
                <a:solidFill>
                  <a:schemeClr val="tx1"/>
                </a:solidFill>
                <a:latin typeface="맑은 고딕"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맑은 고딕"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맑은 고딕"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맑은 고딕" pitchFamily="50" charset="-127"/>
                <a:ea typeface="굴림" pitchFamily="50" charset="-127"/>
                <a:cs typeface="+mn-cs"/>
              </a:defRPr>
            </a:lvl5pPr>
            <a:lvl6pPr marL="2286000" algn="l" defTabSz="914400" rtl="0" eaLnBrk="1" latinLnBrk="1" hangingPunct="1">
              <a:defRPr kumimoji="1" kern="1200">
                <a:solidFill>
                  <a:schemeClr val="tx1"/>
                </a:solidFill>
                <a:latin typeface="맑은 고딕" pitchFamily="50" charset="-127"/>
                <a:ea typeface="굴림" pitchFamily="50" charset="-127"/>
                <a:cs typeface="+mn-cs"/>
              </a:defRPr>
            </a:lvl6pPr>
            <a:lvl7pPr marL="2743200" algn="l" defTabSz="914400" rtl="0" eaLnBrk="1" latinLnBrk="1" hangingPunct="1">
              <a:defRPr kumimoji="1" kern="1200">
                <a:solidFill>
                  <a:schemeClr val="tx1"/>
                </a:solidFill>
                <a:latin typeface="맑은 고딕" pitchFamily="50" charset="-127"/>
                <a:ea typeface="굴림" pitchFamily="50" charset="-127"/>
                <a:cs typeface="+mn-cs"/>
              </a:defRPr>
            </a:lvl7pPr>
            <a:lvl8pPr marL="3200400" algn="l" defTabSz="914400" rtl="0" eaLnBrk="1" latinLnBrk="1" hangingPunct="1">
              <a:defRPr kumimoji="1" kern="1200">
                <a:solidFill>
                  <a:schemeClr val="tx1"/>
                </a:solidFill>
                <a:latin typeface="맑은 고딕" pitchFamily="50" charset="-127"/>
                <a:ea typeface="굴림" pitchFamily="50" charset="-127"/>
                <a:cs typeface="+mn-cs"/>
              </a:defRPr>
            </a:lvl8pPr>
            <a:lvl9pPr marL="3657600" algn="l" defTabSz="914400" rtl="0" eaLnBrk="1" latinLnBrk="1" hangingPunct="1">
              <a:defRPr kumimoji="1" kern="1200">
                <a:solidFill>
                  <a:schemeClr val="tx1"/>
                </a:solidFill>
                <a:latin typeface="맑은 고딕" pitchFamily="50" charset="-127"/>
                <a:ea typeface="굴림" pitchFamily="50" charset="-127"/>
                <a:cs typeface="+mn-cs"/>
              </a:defRPr>
            </a:lvl9pPr>
          </a:lstStyle>
          <a:p>
            <a:pPr algn="ctr" fontAlgn="auto">
              <a:spcBef>
                <a:spcPts val="0"/>
              </a:spcBef>
              <a:spcAft>
                <a:spcPts val="0"/>
              </a:spcAft>
              <a:defRPr/>
            </a:pPr>
            <a:endParaRPr kumimoji="0" lang="ko-KR" altLang="en-US" sz="1200" dirty="0">
              <a:solidFill>
                <a:prstClr val="black"/>
              </a:solidFill>
              <a:latin typeface="Arial Narrow" panose="020B0606020202030204" pitchFamily="34" charset="0"/>
              <a:ea typeface="LG스마트체 Regular" panose="020B0600000101010101" pitchFamily="50" charset="-127"/>
            </a:endParaRPr>
          </a:p>
        </p:txBody>
      </p:sp>
      <p:pic>
        <p:nvPicPr>
          <p:cNvPr id="9" name="그림 8">
            <a:extLst>
              <a:ext uri="{FF2B5EF4-FFF2-40B4-BE49-F238E27FC236}">
                <a16:creationId xmlns:a16="http://schemas.microsoft.com/office/drawing/2014/main" id="{806BEC9B-7510-3F9F-4052-5C6CCCB795F4}"/>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8845550" y="254538"/>
            <a:ext cx="924824" cy="269374"/>
          </a:xfrm>
          <a:prstGeom prst="rect">
            <a:avLst/>
          </a:prstGeom>
          <a:noFill/>
        </p:spPr>
      </p:pic>
      <p:sp>
        <p:nvSpPr>
          <p:cNvPr id="13" name="TextBox 12">
            <a:extLst>
              <a:ext uri="{FF2B5EF4-FFF2-40B4-BE49-F238E27FC236}">
                <a16:creationId xmlns:a16="http://schemas.microsoft.com/office/drawing/2014/main" id="{28B8192F-9FA3-6243-E1A7-4CD2AC29FCAE}"/>
              </a:ext>
            </a:extLst>
          </p:cNvPr>
          <p:cNvSpPr txBox="1"/>
          <p:nvPr userDrawn="1"/>
        </p:nvSpPr>
        <p:spPr>
          <a:xfrm>
            <a:off x="7635488" y="322539"/>
            <a:ext cx="1143829" cy="195814"/>
          </a:xfrm>
          <a:prstGeom prst="rect">
            <a:avLst/>
          </a:prstGeom>
          <a:noFill/>
        </p:spPr>
        <p:txBody>
          <a:bodyPr wrap="none" lIns="36000" tIns="36000" rIns="36000" bIns="36000" rtlCol="0">
            <a:spAutoFit/>
          </a:bodyPr>
          <a:lstStyle/>
          <a:p>
            <a:pPr algn="r">
              <a:spcAft>
                <a:spcPts val="600"/>
              </a:spcAft>
            </a:pPr>
            <a:r>
              <a:rPr lang="ko-KR" altLang="en-US" sz="800" spc="-40" baseline="0" dirty="0">
                <a:solidFill>
                  <a:prstClr val="black">
                    <a:lumMod val="65000"/>
                    <a:lumOff val="35000"/>
                  </a:prstClr>
                </a:solidFill>
                <a:latin typeface="Arial Narrow" panose="020B0606020202030204" pitchFamily="34" charset="0"/>
                <a:ea typeface="LG스마트체 Regular" panose="020B0600000101010101" pitchFamily="50" charset="-127"/>
              </a:rPr>
              <a:t>○ 완료</a:t>
            </a:r>
            <a:r>
              <a:rPr lang="en-US" altLang="ko-KR" sz="800" spc="-40" baseline="0" dirty="0">
                <a:solidFill>
                  <a:prstClr val="black">
                    <a:lumMod val="65000"/>
                    <a:lumOff val="35000"/>
                  </a:prstClr>
                </a:solidFill>
                <a:latin typeface="Arial Narrow" panose="020B0606020202030204" pitchFamily="34" charset="0"/>
                <a:ea typeface="LG스마트체 Regular" panose="020B0600000101010101" pitchFamily="50" charset="-127"/>
              </a:rPr>
              <a:t>, </a:t>
            </a:r>
            <a:r>
              <a:rPr lang="ko-KR" altLang="en-US" sz="800" spc="-40" baseline="0" dirty="0">
                <a:solidFill>
                  <a:prstClr val="black">
                    <a:lumMod val="65000"/>
                    <a:lumOff val="35000"/>
                  </a:prstClr>
                </a:solidFill>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 진행 중</a:t>
            </a:r>
            <a:r>
              <a:rPr lang="en-US" altLang="ko-KR" sz="800" spc="-40" baseline="0" dirty="0">
                <a:solidFill>
                  <a:prstClr val="black">
                    <a:lumMod val="65000"/>
                    <a:lumOff val="35000"/>
                  </a:prstClr>
                </a:solidFill>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 X </a:t>
            </a:r>
            <a:r>
              <a:rPr lang="ko-KR" altLang="en-US" sz="800" spc="-40" baseline="0" dirty="0">
                <a:solidFill>
                  <a:prstClr val="black">
                    <a:lumMod val="65000"/>
                    <a:lumOff val="35000"/>
                  </a:prstClr>
                </a:solidFill>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불필요</a:t>
            </a:r>
            <a:endParaRPr lang="ko-KR" altLang="en-US" sz="800" spc="-40" baseline="0" dirty="0">
              <a:solidFill>
                <a:prstClr val="black">
                  <a:lumMod val="65000"/>
                  <a:lumOff val="35000"/>
                </a:prstClr>
              </a:solidFill>
              <a:latin typeface="Arial Narrow" panose="020B0606020202030204" pitchFamily="34" charset="0"/>
              <a:ea typeface="LG스마트체 Regular" panose="020B0600000101010101" pitchFamily="50" charset="-127"/>
            </a:endParaRPr>
          </a:p>
        </p:txBody>
      </p:sp>
      <p:sp>
        <p:nvSpPr>
          <p:cNvPr id="4" name="MSIPCMContentMarking" descr="{&quot;HashCode&quot;:1951497329,&quot;Placement&quot;:&quot;Footer&quot;,&quot;Top&quot;:521.91,&quot;Left&quot;:0.0,&quot;SlideWidth&quot;:780,&quot;SlideHeight&quot;:540}">
            <a:extLst>
              <a:ext uri="{FF2B5EF4-FFF2-40B4-BE49-F238E27FC236}">
                <a16:creationId xmlns:a16="http://schemas.microsoft.com/office/drawing/2014/main" id="{12AAB368-A7C1-43AE-BFC6-ABE9638B5267}"/>
              </a:ext>
            </a:extLst>
          </p:cNvPr>
          <p:cNvSpPr txBox="1"/>
          <p:nvPr userDrawn="1"/>
        </p:nvSpPr>
        <p:spPr>
          <a:xfrm>
            <a:off x="0" y="6628257"/>
            <a:ext cx="4632731" cy="229743"/>
          </a:xfrm>
          <a:prstGeom prst="rect">
            <a:avLst/>
          </a:prstGeom>
          <a:noFill/>
        </p:spPr>
        <p:txBody>
          <a:bodyPr vert="horz" wrap="square" lIns="0" tIns="0" rIns="0" bIns="0" rtlCol="0" anchor="ctr" anchorCtr="1">
            <a:spAutoFit/>
          </a:bodyPr>
          <a:lstStyle/>
          <a:p>
            <a:pPr algn="l">
              <a:spcBef>
                <a:spcPts val="0"/>
              </a:spcBef>
              <a:spcAft>
                <a:spcPts val="0"/>
              </a:spcAft>
            </a:pPr>
            <a:r>
              <a:rPr lang="en-US" altLang="ko-KR" sz="900">
                <a:solidFill>
                  <a:srgbClr val="808080"/>
                </a:solidFill>
                <a:latin typeface="LG스마트체 SemiBold" panose="020B0600000101010101" pitchFamily="50" charset="-127"/>
              </a:rPr>
              <a:t>LG Innotek Confidential : This document is protected by security policies and laws.</a:t>
            </a:r>
            <a:endParaRPr lang="ko-KR" altLang="en-US" sz="900">
              <a:solidFill>
                <a:srgbClr val="808080"/>
              </a:solidFill>
              <a:latin typeface="LG스마트체 SemiBold" panose="020B0600000101010101" pitchFamily="50" charset="-127"/>
            </a:endParaRPr>
          </a:p>
        </p:txBody>
      </p:sp>
      <p:sp>
        <p:nvSpPr>
          <p:cNvPr id="5" name="MSIPCMContentMarking" descr="{&quot;HashCode&quot;:166943725,&quot;Placement&quot;:&quot;Header&quot;,&quot;Top&quot;:0.0,&quot;Left&quot;:685.0934,&quot;SlideWidth&quot;:780,&quot;SlideHeight&quot;:540}">
            <a:extLst>
              <a:ext uri="{FF2B5EF4-FFF2-40B4-BE49-F238E27FC236}">
                <a16:creationId xmlns:a16="http://schemas.microsoft.com/office/drawing/2014/main" id="{1C6DA701-D2FC-45C4-96C0-A0240BD62C56}"/>
              </a:ext>
            </a:extLst>
          </p:cNvPr>
          <p:cNvSpPr txBox="1"/>
          <p:nvPr userDrawn="1"/>
        </p:nvSpPr>
        <p:spPr>
          <a:xfrm>
            <a:off x="8700686" y="0"/>
            <a:ext cx="1205314" cy="260477"/>
          </a:xfrm>
          <a:prstGeom prst="rect">
            <a:avLst/>
          </a:prstGeom>
          <a:noFill/>
        </p:spPr>
        <p:txBody>
          <a:bodyPr vert="horz" wrap="square" lIns="0" tIns="0" rIns="0" bIns="0" rtlCol="0" anchor="ctr" anchorCtr="1">
            <a:spAutoFit/>
          </a:bodyPr>
          <a:lstStyle/>
          <a:p>
            <a:pPr algn="r">
              <a:spcBef>
                <a:spcPts val="0"/>
              </a:spcBef>
              <a:spcAft>
                <a:spcPts val="0"/>
              </a:spcAft>
            </a:pPr>
            <a:r>
              <a:rPr lang="en-US" altLang="ko-KR" sz="1100">
                <a:solidFill>
                  <a:srgbClr val="C0004B"/>
                </a:solidFill>
                <a:latin typeface="LG스마트체2.0 Bold" panose="020B0600000101010101" pitchFamily="50" charset="-127"/>
              </a:rPr>
              <a:t>[Confidential]</a:t>
            </a:r>
            <a:endParaRPr lang="ko-KR" altLang="en-US" sz="1100">
              <a:solidFill>
                <a:srgbClr val="C0004B"/>
              </a:solidFill>
              <a:latin typeface="LG스마트체2.0 Bold" panose="020B0600000101010101" pitchFamily="50" charset="-127"/>
            </a:endParaRPr>
          </a:p>
        </p:txBody>
      </p:sp>
    </p:spTree>
    <p:extLst>
      <p:ext uri="{BB962C8B-B14F-4D97-AF65-F5344CB8AC3E}">
        <p14:creationId xmlns:p14="http://schemas.microsoft.com/office/powerpoint/2010/main" val="4029210608"/>
      </p:ext>
    </p:extLst>
  </p:cSld>
  <p:clrMap bg1="lt1" tx1="dk1" bg2="lt2" tx2="dk2" accent1="accent1" accent2="accent2" accent3="accent3" accent4="accent4" accent5="accent5" accent6="accent6" hlink="hlink" folHlink="folHlink"/>
  <p:sldLayoutIdLst>
    <p:sldLayoutId id="2147483673" r:id="rId1"/>
    <p:sldLayoutId id="2147483674" r:id="rId2"/>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B4C45B1D-E888-4864-B011-5E6CCF1F7936}"/>
              </a:ext>
            </a:extLst>
          </p:cNvPr>
          <p:cNvGrpSpPr/>
          <p:nvPr/>
        </p:nvGrpSpPr>
        <p:grpSpPr>
          <a:xfrm>
            <a:off x="7091806" y="1855036"/>
            <a:ext cx="2728470" cy="4813582"/>
            <a:chOff x="7091806" y="1808152"/>
            <a:chExt cx="2609448" cy="4813582"/>
          </a:xfrm>
        </p:grpSpPr>
        <p:sp>
          <p:nvSpPr>
            <p:cNvPr id="56" name="AutoShape 20"/>
            <p:cNvSpPr>
              <a:spLocks noChangeArrowheads="1"/>
            </p:cNvSpPr>
            <p:nvPr/>
          </p:nvSpPr>
          <p:spPr bwMode="auto">
            <a:xfrm>
              <a:off x="7091806" y="2013357"/>
              <a:ext cx="2609448" cy="4608377"/>
            </a:xfrm>
            <a:prstGeom prst="roundRect">
              <a:avLst>
                <a:gd name="adj" fmla="val 2403"/>
              </a:avLst>
            </a:prstGeom>
            <a:solidFill>
              <a:schemeClr val="bg1"/>
            </a:solidFill>
            <a:ln w="12700" algn="ctr">
              <a:solidFill>
                <a:schemeClr val="bg1">
                  <a:lumMod val="75000"/>
                </a:schemeClr>
              </a:solidFill>
              <a:round/>
              <a:headEnd/>
              <a:tailEnd/>
            </a:ln>
            <a:effectLst/>
          </p:spPr>
          <p:txBody>
            <a:bodyPr wrap="none" lIns="91429" tIns="45715" rIns="91429" bIns="45715"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endParaRPr>
            </a:p>
          </p:txBody>
        </p:sp>
        <p:sp>
          <p:nvSpPr>
            <p:cNvPr id="55" name="AutoShape 20"/>
            <p:cNvSpPr>
              <a:spLocks noChangeArrowheads="1"/>
            </p:cNvSpPr>
            <p:nvPr/>
          </p:nvSpPr>
          <p:spPr bwMode="auto">
            <a:xfrm>
              <a:off x="7091806" y="1808152"/>
              <a:ext cx="2609448" cy="294484"/>
            </a:xfrm>
            <a:prstGeom prst="roundRect">
              <a:avLst>
                <a:gd name="adj" fmla="val 10700"/>
              </a:avLst>
            </a:prstGeom>
            <a:solidFill>
              <a:schemeClr val="bg1">
                <a:lumMod val="85000"/>
              </a:schemeClr>
            </a:solidFill>
            <a:ln w="12700" algn="ctr">
              <a:solidFill>
                <a:schemeClr val="bg1">
                  <a:lumMod val="75000"/>
                </a:schemeClr>
              </a:solidFill>
              <a:round/>
              <a:headEnd/>
              <a:tailEnd/>
            </a:ln>
            <a:effectLst/>
          </p:spPr>
          <p:txBody>
            <a:bodyPr wrap="none" lIns="91429" tIns="45715" rIns="91429" bIns="45715"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altLang="ko-KR" sz="1400" b="1" kern="0" dirty="0">
                  <a:solidFill>
                    <a:sysClr val="windowText" lastClr="000000"/>
                  </a:solidFill>
                  <a:latin typeface="LG스마트체 Regular" panose="020B0600000101010101" pitchFamily="50" charset="-127"/>
                  <a:ea typeface="LG스마트체 Regular" panose="020B0600000101010101" pitchFamily="50" charset="-127"/>
                </a:rPr>
                <a:t>After </a:t>
              </a:r>
              <a:r>
                <a:rPr lang="es-419" altLang="ko-KR" sz="1400" b="1" kern="0" dirty="0" err="1">
                  <a:solidFill>
                    <a:sysClr val="windowText" lastClr="000000"/>
                  </a:solidFill>
                  <a:latin typeface="LG스마트체 Regular" panose="020B0600000101010101" pitchFamily="50" charset="-127"/>
                  <a:ea typeface="LG스마트체 Regular" panose="020B0600000101010101" pitchFamily="50" charset="-127"/>
                </a:rPr>
                <a:t>improvement</a:t>
              </a:r>
              <a:endParaRPr kumimoji="0" lang="en-US" altLang="ko-KR" sz="1400" b="1" i="0" u="none" strike="noStrike" kern="0" cap="none" spc="0" normalizeH="0" baseline="0" noProof="0" dirty="0">
                <a:ln>
                  <a:noFill/>
                </a:ln>
                <a:solidFill>
                  <a:sysClr val="windowText" lastClr="000000"/>
                </a:solidFill>
                <a:effectLst/>
                <a:uLnTx/>
                <a:uFillTx/>
                <a:latin typeface="LG스마트체 Regular" panose="020B0600000101010101" pitchFamily="50" charset="-127"/>
                <a:ea typeface="LG스마트체 Regular" panose="020B0600000101010101" pitchFamily="50" charset="-127"/>
              </a:endParaRPr>
            </a:p>
          </p:txBody>
        </p:sp>
      </p:grpSp>
      <p:grpSp>
        <p:nvGrpSpPr>
          <p:cNvPr id="3" name="그룹 2">
            <a:extLst>
              <a:ext uri="{FF2B5EF4-FFF2-40B4-BE49-F238E27FC236}">
                <a16:creationId xmlns:a16="http://schemas.microsoft.com/office/drawing/2014/main" id="{C70F6EBB-F0F3-4470-A73A-8A760F7D4373}"/>
              </a:ext>
            </a:extLst>
          </p:cNvPr>
          <p:cNvGrpSpPr/>
          <p:nvPr/>
        </p:nvGrpSpPr>
        <p:grpSpPr>
          <a:xfrm>
            <a:off x="3203374" y="1855036"/>
            <a:ext cx="3816424" cy="4814324"/>
            <a:chOff x="3203374" y="1807410"/>
            <a:chExt cx="3816424" cy="4814324"/>
          </a:xfrm>
        </p:grpSpPr>
        <p:sp>
          <p:nvSpPr>
            <p:cNvPr id="66" name="AutoShape 20"/>
            <p:cNvSpPr>
              <a:spLocks noChangeArrowheads="1"/>
            </p:cNvSpPr>
            <p:nvPr/>
          </p:nvSpPr>
          <p:spPr bwMode="auto">
            <a:xfrm>
              <a:off x="3203374" y="2013358"/>
              <a:ext cx="3816424" cy="4608376"/>
            </a:xfrm>
            <a:prstGeom prst="roundRect">
              <a:avLst>
                <a:gd name="adj" fmla="val 2403"/>
              </a:avLst>
            </a:prstGeom>
            <a:solidFill>
              <a:schemeClr val="bg1"/>
            </a:solidFill>
            <a:ln w="12700" algn="ctr">
              <a:solidFill>
                <a:schemeClr val="bg1">
                  <a:lumMod val="75000"/>
                </a:schemeClr>
              </a:solidFill>
              <a:round/>
              <a:headEnd/>
              <a:tailEnd/>
            </a:ln>
            <a:effectLst/>
          </p:spPr>
          <p:txBody>
            <a:bodyPr wrap="none" lIns="91429" tIns="45715" rIns="91429" bIns="45715"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endParaRPr>
            </a:p>
          </p:txBody>
        </p:sp>
        <p:sp>
          <p:nvSpPr>
            <p:cNvPr id="65" name="AutoShape 20"/>
            <p:cNvSpPr>
              <a:spLocks noChangeArrowheads="1"/>
            </p:cNvSpPr>
            <p:nvPr/>
          </p:nvSpPr>
          <p:spPr bwMode="auto">
            <a:xfrm>
              <a:off x="3203374" y="1807410"/>
              <a:ext cx="3816424" cy="291459"/>
            </a:xfrm>
            <a:prstGeom prst="roundRect">
              <a:avLst>
                <a:gd name="adj" fmla="val 10700"/>
              </a:avLst>
            </a:prstGeom>
            <a:solidFill>
              <a:schemeClr val="bg1">
                <a:lumMod val="85000"/>
              </a:schemeClr>
            </a:solidFill>
            <a:ln w="12700" algn="ctr">
              <a:solidFill>
                <a:schemeClr val="bg1">
                  <a:lumMod val="75000"/>
                </a:schemeClr>
              </a:solidFill>
              <a:round/>
              <a:headEnd/>
              <a:tailEnd/>
            </a:ln>
            <a:effectLst/>
          </p:spPr>
          <p:txBody>
            <a:bodyPr wrap="none" lIns="91429" tIns="45715" rIns="91429" bIns="45715"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Breakthrough</a:t>
              </a:r>
              <a:endParaRPr kumimoji="0" lang="ko-KR" altLang="en-US" sz="1400" b="1" i="0" u="none" strike="noStrike" kern="120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endParaRPr>
            </a:p>
          </p:txBody>
        </p:sp>
      </p:grpSp>
      <p:grpSp>
        <p:nvGrpSpPr>
          <p:cNvPr id="4" name="그룹 3">
            <a:extLst>
              <a:ext uri="{FF2B5EF4-FFF2-40B4-BE49-F238E27FC236}">
                <a16:creationId xmlns:a16="http://schemas.microsoft.com/office/drawing/2014/main" id="{AD6F9705-D935-4A94-8CF5-843F594B71F8}"/>
              </a:ext>
            </a:extLst>
          </p:cNvPr>
          <p:cNvGrpSpPr/>
          <p:nvPr/>
        </p:nvGrpSpPr>
        <p:grpSpPr>
          <a:xfrm>
            <a:off x="118050" y="1817277"/>
            <a:ext cx="3047476" cy="4813582"/>
            <a:chOff x="161878" y="1808152"/>
            <a:chExt cx="2969488" cy="4813582"/>
          </a:xfrm>
        </p:grpSpPr>
        <p:sp>
          <p:nvSpPr>
            <p:cNvPr id="44" name="AutoShape 20"/>
            <p:cNvSpPr>
              <a:spLocks noChangeArrowheads="1"/>
            </p:cNvSpPr>
            <p:nvPr/>
          </p:nvSpPr>
          <p:spPr bwMode="auto">
            <a:xfrm>
              <a:off x="161878" y="2013358"/>
              <a:ext cx="2969488" cy="4608376"/>
            </a:xfrm>
            <a:prstGeom prst="roundRect">
              <a:avLst>
                <a:gd name="adj" fmla="val 2403"/>
              </a:avLst>
            </a:prstGeom>
            <a:solidFill>
              <a:schemeClr val="bg1"/>
            </a:solidFill>
            <a:ln w="12700" algn="ctr">
              <a:solidFill>
                <a:schemeClr val="bg1">
                  <a:lumMod val="75000"/>
                </a:schemeClr>
              </a:solidFill>
              <a:round/>
              <a:headEnd/>
              <a:tailEnd/>
            </a:ln>
            <a:effectLst/>
          </p:spPr>
          <p:txBody>
            <a:bodyPr wrap="none" lIns="91429" tIns="45715" rIns="91429" bIns="45715"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endParaRPr>
            </a:p>
          </p:txBody>
        </p:sp>
        <p:sp>
          <p:nvSpPr>
            <p:cNvPr id="43" name="AutoShape 20"/>
            <p:cNvSpPr>
              <a:spLocks noChangeArrowheads="1"/>
            </p:cNvSpPr>
            <p:nvPr/>
          </p:nvSpPr>
          <p:spPr bwMode="auto">
            <a:xfrm>
              <a:off x="161878" y="1808152"/>
              <a:ext cx="2969488" cy="294484"/>
            </a:xfrm>
            <a:prstGeom prst="roundRect">
              <a:avLst>
                <a:gd name="adj" fmla="val 10700"/>
              </a:avLst>
            </a:prstGeom>
            <a:solidFill>
              <a:schemeClr val="bg1">
                <a:lumMod val="85000"/>
              </a:schemeClr>
            </a:solidFill>
            <a:ln w="12700" algn="ctr">
              <a:solidFill>
                <a:schemeClr val="bg1">
                  <a:lumMod val="75000"/>
                </a:schemeClr>
              </a:solidFill>
              <a:round/>
              <a:headEnd/>
              <a:tailEnd/>
            </a:ln>
            <a:effectLst/>
          </p:spPr>
          <p:txBody>
            <a:bodyPr wrap="none" lIns="91429" tIns="45715" rIns="91429" bIns="45715" anchor="ctr"/>
            <a:lstStyle/>
            <a:p>
              <a:pPr algn="ctr" latinLnBrk="0">
                <a:defRPr/>
              </a:pPr>
              <a:r>
                <a:rPr lang="es-MX" altLang="ko-KR" sz="1400" b="1" kern="0" dirty="0" err="1">
                  <a:solidFill>
                    <a:sysClr val="windowText" lastClr="000000"/>
                  </a:solidFill>
                  <a:latin typeface="Arial Narrow" panose="020B0606020202030204" pitchFamily="34" charset="0"/>
                  <a:ea typeface="LG스마트체 Regular" pitchFamily="50" charset="-127"/>
                </a:rPr>
                <a:t>Before</a:t>
              </a:r>
              <a:r>
                <a:rPr lang="es-MX" altLang="ko-KR" sz="1400" b="1" kern="0" dirty="0">
                  <a:solidFill>
                    <a:sysClr val="windowText" lastClr="000000"/>
                  </a:solidFill>
                  <a:latin typeface="Arial Narrow" panose="020B0606020202030204" pitchFamily="34" charset="0"/>
                  <a:ea typeface="LG스마트체 Regular" pitchFamily="50" charset="-127"/>
                </a:rPr>
                <a:t> </a:t>
              </a:r>
              <a:r>
                <a:rPr lang="es-MX" altLang="ko-KR" sz="1400" b="1" kern="0" dirty="0" err="1">
                  <a:solidFill>
                    <a:sysClr val="windowText" lastClr="000000"/>
                  </a:solidFill>
                  <a:latin typeface="Arial Narrow" panose="020B0606020202030204" pitchFamily="34" charset="0"/>
                  <a:ea typeface="LG스마트체 Regular" pitchFamily="50" charset="-127"/>
                </a:rPr>
                <a:t>improvement</a:t>
              </a:r>
              <a:endParaRPr lang="ko-KR" altLang="en-US" sz="1400" b="1" kern="0" dirty="0">
                <a:solidFill>
                  <a:sysClr val="windowText" lastClr="000000"/>
                </a:solidFill>
                <a:latin typeface="Arial Narrow" panose="020B0606020202030204" pitchFamily="34" charset="0"/>
                <a:ea typeface="LG스마트체 Regular" pitchFamily="50" charset="-127"/>
              </a:endParaRPr>
            </a:p>
          </p:txBody>
        </p:sp>
      </p:grpSp>
      <p:sp>
        <p:nvSpPr>
          <p:cNvPr id="40" name="Rectangle 4"/>
          <p:cNvSpPr txBox="1">
            <a:spLocks noChangeArrowheads="1"/>
          </p:cNvSpPr>
          <p:nvPr/>
        </p:nvSpPr>
        <p:spPr bwMode="auto">
          <a:xfrm>
            <a:off x="54755" y="102355"/>
            <a:ext cx="7105346" cy="276999"/>
          </a:xfrm>
          <a:prstGeom prst="rect">
            <a:avLst/>
          </a:prstGeom>
          <a:noFill/>
        </p:spPr>
        <p:txBody>
          <a:bodyPr wrap="square" lIns="72000" tIns="0" rIns="36000" bIns="0">
            <a:spAutoFit/>
          </a:bodyPr>
          <a:lstStyle>
            <a:defPPr>
              <a:defRPr lang="ko-KR"/>
            </a:defPPr>
            <a:lvl1pPr eaLnBrk="1" fontAlgn="auto" hangingPunct="1">
              <a:spcAft>
                <a:spcPts val="0"/>
              </a:spcAft>
              <a:defRPr sz="2000">
                <a:solidFill>
                  <a:srgbClr val="000000"/>
                </a:solidFill>
                <a:latin typeface="Arial Narrow" panose="020B0606020202030204" pitchFamily="34" charset="0"/>
                <a:ea typeface="LG스마트체 Regular" panose="020B0600000101010101" pitchFamily="50" charset="-127"/>
                <a:cs typeface="+mj-cs"/>
              </a:defRPr>
            </a:lvl1pPr>
            <a:lvl2pPr algn="ctr" eaLnBrk="0" hangingPunct="0">
              <a:defRPr sz="4400">
                <a:solidFill>
                  <a:schemeClr val="tx2"/>
                </a:solidFill>
                <a:ea typeface="돋움" pitchFamily="50" charset="-127"/>
              </a:defRPr>
            </a:lvl2pPr>
            <a:lvl3pPr algn="ctr" eaLnBrk="0" hangingPunct="0">
              <a:defRPr sz="4400">
                <a:solidFill>
                  <a:schemeClr val="tx2"/>
                </a:solidFill>
                <a:ea typeface="돋움" pitchFamily="50" charset="-127"/>
              </a:defRPr>
            </a:lvl3pPr>
            <a:lvl4pPr algn="ctr" eaLnBrk="0" hangingPunct="0">
              <a:defRPr sz="4400">
                <a:solidFill>
                  <a:schemeClr val="tx2"/>
                </a:solidFill>
                <a:ea typeface="돋움" pitchFamily="50" charset="-127"/>
              </a:defRPr>
            </a:lvl4pPr>
            <a:lvl5pPr algn="ctr" eaLnBrk="0" hangingPunct="0">
              <a:defRPr sz="4400">
                <a:solidFill>
                  <a:schemeClr val="tx2"/>
                </a:solidFill>
                <a:ea typeface="돋움" pitchFamily="50" charset="-127"/>
              </a:defRPr>
            </a:lvl5pPr>
            <a:lvl6pPr marL="457200" algn="ctr" fontAlgn="base">
              <a:spcBef>
                <a:spcPct val="0"/>
              </a:spcBef>
              <a:spcAft>
                <a:spcPct val="0"/>
              </a:spcAft>
              <a:defRPr sz="4400">
                <a:solidFill>
                  <a:schemeClr val="tx2"/>
                </a:solidFill>
                <a:latin typeface="굴림" pitchFamily="50" charset="-127"/>
                <a:ea typeface="굴림" pitchFamily="50" charset="-127"/>
              </a:defRPr>
            </a:lvl6pPr>
            <a:lvl7pPr marL="914400" algn="ctr" fontAlgn="base">
              <a:spcBef>
                <a:spcPct val="0"/>
              </a:spcBef>
              <a:spcAft>
                <a:spcPct val="0"/>
              </a:spcAft>
              <a:defRPr sz="4400">
                <a:solidFill>
                  <a:schemeClr val="tx2"/>
                </a:solidFill>
                <a:latin typeface="굴림" pitchFamily="50" charset="-127"/>
                <a:ea typeface="굴림" pitchFamily="50" charset="-127"/>
              </a:defRPr>
            </a:lvl7pPr>
            <a:lvl8pPr marL="1371600" algn="ctr" fontAlgn="base">
              <a:spcBef>
                <a:spcPct val="0"/>
              </a:spcBef>
              <a:spcAft>
                <a:spcPct val="0"/>
              </a:spcAft>
              <a:defRPr sz="4400">
                <a:solidFill>
                  <a:schemeClr val="tx2"/>
                </a:solidFill>
                <a:latin typeface="굴림" pitchFamily="50" charset="-127"/>
                <a:ea typeface="굴림" pitchFamily="50" charset="-127"/>
              </a:defRPr>
            </a:lvl8pPr>
            <a:lvl9pPr marL="1828800" algn="ctr" fontAlgn="base">
              <a:spcBef>
                <a:spcPct val="0"/>
              </a:spcBef>
              <a:spcAft>
                <a:spcPct val="0"/>
              </a:spcAft>
              <a:defRPr sz="4400">
                <a:solidFill>
                  <a:schemeClr val="tx2"/>
                </a:solidFill>
                <a:latin typeface="굴림" pitchFamily="50" charset="-127"/>
                <a:ea typeface="굴림" pitchFamily="50" charset="-127"/>
              </a:defRPr>
            </a:lvl9pPr>
          </a:lstStyle>
          <a:p>
            <a:pPr lvl="0" defTabSz="914400" latinLnBrk="1">
              <a:defRPr/>
            </a:pPr>
            <a:r>
              <a:rPr lang="en-US" altLang="ko-KR" sz="1800" b="1" spc="-30" dirty="0" smtClean="0">
                <a:solidFill>
                  <a:prstClr val="black"/>
                </a:solidFill>
                <a:latin typeface="LG스마트체 Regular" panose="020B0600000101010101" pitchFamily="50" charset="-127"/>
              </a:rPr>
              <a:t>Index validation in GantryForm to prevent crashes</a:t>
            </a:r>
            <a:endParaRPr kumimoji="0" lang="ko-KR" altLang="en-US" sz="1800" b="1" i="0" u="none" strike="noStrike" kern="1200" cap="none" spc="-30" normalizeH="0" baseline="0" noProof="0" dirty="0">
              <a:ln>
                <a:noFill/>
              </a:ln>
              <a:solidFill>
                <a:prstClr val="black"/>
              </a:solidFill>
              <a:effectLst/>
              <a:uLnTx/>
              <a:uFillTx/>
              <a:latin typeface="LG스마트체 Regular" panose="020B0600000101010101" pitchFamily="50" charset="-127"/>
            </a:endParaRPr>
          </a:p>
        </p:txBody>
      </p:sp>
      <p:sp>
        <p:nvSpPr>
          <p:cNvPr id="73" name="직사각형 72"/>
          <p:cNvSpPr/>
          <p:nvPr/>
        </p:nvSpPr>
        <p:spPr>
          <a:xfrm>
            <a:off x="117817" y="1169205"/>
            <a:ext cx="8653040" cy="648072"/>
          </a:xfrm>
          <a:prstGeom prst="rect">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914400" latinLnBrk="1">
              <a:lnSpc>
                <a:spcPct val="110000"/>
              </a:lnSpc>
              <a:defRPr/>
            </a:pPr>
            <a:r>
              <a:rPr lang="en-US" altLang="ko-KR" sz="1600" dirty="0" smtClean="0">
                <a:solidFill>
                  <a:schemeClr val="tx1"/>
                </a:solidFill>
                <a:latin typeface="LG스마트체 Regular" panose="020B0600000101010101" pitchFamily="50" charset="-127"/>
                <a:ea typeface="LG스마트체 Regular" panose="020B0600000101010101" pitchFamily="50" charset="-127"/>
              </a:rPr>
              <a:t>Install PCB - vendor software AlphaRap-SRM 1.1.0.18</a:t>
            </a:r>
            <a:endParaRPr kumimoji="0" lang="en-US" altLang="ko-KR" sz="1600" b="1" i="0" strike="noStrike" kern="1200" cap="none" spc="0" normalizeH="0" baseline="0" noProof="0" dirty="0">
              <a:ln>
                <a:noFill/>
              </a:ln>
              <a:solidFill>
                <a:srgbClr val="C00000"/>
              </a:solidFill>
              <a:effectLst/>
              <a:uLnTx/>
              <a:uFillTx/>
              <a:latin typeface="LG스마트체 Regular" panose="020B0600000101010101" pitchFamily="50" charset="-127"/>
              <a:ea typeface="LG스마트체 Regular" panose="020B0600000101010101" pitchFamily="50" charset="-127"/>
            </a:endParaRPr>
          </a:p>
        </p:txBody>
      </p:sp>
      <p:sp>
        <p:nvSpPr>
          <p:cNvPr id="26" name="Text Box 22">
            <a:extLst>
              <a:ext uri="{FF2B5EF4-FFF2-40B4-BE49-F238E27FC236}">
                <a16:creationId xmlns:a16="http://schemas.microsoft.com/office/drawing/2014/main" id="{0A503ADC-8EA4-4A95-9C09-007B0C087CBB}"/>
              </a:ext>
            </a:extLst>
          </p:cNvPr>
          <p:cNvSpPr txBox="1">
            <a:spLocks noChangeArrowheads="1"/>
          </p:cNvSpPr>
          <p:nvPr/>
        </p:nvSpPr>
        <p:spPr bwMode="auto">
          <a:xfrm>
            <a:off x="81623" y="2168612"/>
            <a:ext cx="2193527" cy="236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0" rIns="90000" bIns="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Char char="l"/>
              <a:tabLst/>
              <a:defRPr/>
            </a:pPr>
            <a:r>
              <a:rPr kumimoji="1" lang="ko-KR" altLang="en-US" sz="130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rPr>
              <a:t> </a:t>
            </a:r>
            <a:r>
              <a:rPr kumimoji="1" lang="es-419" altLang="ko-KR" sz="130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rPr>
              <a:t>PHENOMENON</a:t>
            </a:r>
            <a:endParaRPr kumimoji="1" lang="en-US" altLang="ko-KR" sz="130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endParaRPr>
          </a:p>
        </p:txBody>
      </p:sp>
      <p:sp>
        <p:nvSpPr>
          <p:cNvPr id="37" name="Text Box 22">
            <a:extLst>
              <a:ext uri="{FF2B5EF4-FFF2-40B4-BE49-F238E27FC236}">
                <a16:creationId xmlns:a16="http://schemas.microsoft.com/office/drawing/2014/main" id="{73F804E7-6ED1-4161-8C22-4CB1C70ED8FD}"/>
              </a:ext>
            </a:extLst>
          </p:cNvPr>
          <p:cNvSpPr txBox="1">
            <a:spLocks noChangeArrowheads="1"/>
          </p:cNvSpPr>
          <p:nvPr/>
        </p:nvSpPr>
        <p:spPr bwMode="auto">
          <a:xfrm>
            <a:off x="3207354" y="2168612"/>
            <a:ext cx="3355704" cy="236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0" rIns="90000" bIns="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Char char="l"/>
              <a:tabLst/>
              <a:defRPr/>
            </a:pPr>
            <a:r>
              <a:rPr kumimoji="1" lang="es-419" altLang="ko-KR" sz="1300" b="1" i="0" u="none" strike="noStrike" kern="1200" cap="none" spc="-50" normalizeH="0" baseline="0" noProof="0" dirty="0" smtClean="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rPr>
              <a:t>IMPROVEMENTS</a:t>
            </a:r>
            <a:endParaRPr kumimoji="1" lang="ko-KR" altLang="en-US" sz="1300" b="1" i="0" u="none" strike="noStrike" kern="1200" cap="none" spc="-50" normalizeH="0" baseline="0" noProof="0" dirty="0">
              <a:ln>
                <a:noFill/>
              </a:ln>
              <a:solidFill>
                <a:srgbClr val="0000FF"/>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endParaRPr>
          </a:p>
        </p:txBody>
      </p:sp>
      <p:sp>
        <p:nvSpPr>
          <p:cNvPr id="47" name="Text Box 22">
            <a:extLst>
              <a:ext uri="{FF2B5EF4-FFF2-40B4-BE49-F238E27FC236}">
                <a16:creationId xmlns:a16="http://schemas.microsoft.com/office/drawing/2014/main" id="{018B34FB-86FD-426E-BD3D-63EF79032291}"/>
              </a:ext>
            </a:extLst>
          </p:cNvPr>
          <p:cNvSpPr txBox="1">
            <a:spLocks noChangeArrowheads="1"/>
          </p:cNvSpPr>
          <p:nvPr/>
        </p:nvSpPr>
        <p:spPr bwMode="auto">
          <a:xfrm>
            <a:off x="136588" y="2433268"/>
            <a:ext cx="3136204" cy="77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marL="171450" indent="-171450" defTabSz="914400" latinLnBrk="1">
              <a:buFontTx/>
              <a:buChar char="-"/>
              <a:defRPr/>
            </a:pPr>
            <a:r>
              <a:rPr kumimoji="0" lang="en-US" altLang="ko-KR" sz="1100" dirty="0">
                <a:latin typeface="LG스마트체 Regular" panose="020B0600000101010101" pitchFamily="50" charset="-127"/>
                <a:ea typeface="LG스마트체 Regular" panose="020B0600000101010101" pitchFamily="50" charset="-127"/>
              </a:rPr>
              <a:t>The piece in position 12 was never registered as processed, so the pallet travelled all the way to the Unloader before being released. Sporadic 50014 unhandled-exception alarms also appeared, with no line or method in the log.</a:t>
            </a:r>
          </a:p>
        </p:txBody>
      </p:sp>
      <p:sp>
        <p:nvSpPr>
          <p:cNvPr id="100" name="Text Box 22">
            <a:extLst>
              <a:ext uri="{FF2B5EF4-FFF2-40B4-BE49-F238E27FC236}">
                <a16:creationId xmlns:a16="http://schemas.microsoft.com/office/drawing/2014/main" id="{281CC93F-E659-4A34-B26F-E7FDC768FBC1}"/>
              </a:ext>
            </a:extLst>
          </p:cNvPr>
          <p:cNvSpPr txBox="1">
            <a:spLocks noChangeArrowheads="1"/>
          </p:cNvSpPr>
          <p:nvPr/>
        </p:nvSpPr>
        <p:spPr bwMode="auto">
          <a:xfrm>
            <a:off x="7132320" y="2212848"/>
            <a:ext cx="263347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defPPr>
              <a:defRPr lang="en-US"/>
            </a:defPPr>
            <a:lvl1pPr algn="just" eaLnBrk="0" hangingPunct="0">
              <a:defRPr kumimoji="1" sz="110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defRPr>
            </a:lvl1pPr>
            <a:lvl2pPr marL="742950" indent="-285750" eaLnBrk="0" hangingPunct="0">
              <a:defRPr kumimoji="1">
                <a:latin typeface="굴림" pitchFamily="50" charset="-127"/>
                <a:ea typeface="굴림" pitchFamily="50" charset="-127"/>
              </a:defRPr>
            </a:lvl2pPr>
            <a:lvl3pPr marL="1143000" indent="-228600" eaLnBrk="0" hangingPunct="0">
              <a:defRPr kumimoji="1">
                <a:latin typeface="굴림" pitchFamily="50" charset="-127"/>
                <a:ea typeface="굴림" pitchFamily="50" charset="-127"/>
              </a:defRPr>
            </a:lvl3pPr>
            <a:lvl4pPr marL="1600200" indent="-228600" eaLnBrk="0" hangingPunct="0">
              <a:defRPr kumimoji="1">
                <a:latin typeface="굴림" pitchFamily="50" charset="-127"/>
                <a:ea typeface="굴림" pitchFamily="50" charset="-127"/>
              </a:defRPr>
            </a:lvl4pPr>
            <a:lvl5pPr marL="2057400" indent="-228600" eaLnBrk="0" hangingPunct="0">
              <a:defRPr kumimoji="1">
                <a:latin typeface="굴림" pitchFamily="50" charset="-127"/>
                <a:ea typeface="굴림" pitchFamily="50" charset="-127"/>
              </a:defRPr>
            </a:lvl5pPr>
            <a:lvl6pPr marL="2514600" indent="-228600" eaLnBrk="0" fontAlgn="base" hangingPunct="0">
              <a:spcBef>
                <a:spcPct val="0"/>
              </a:spcBef>
              <a:spcAft>
                <a:spcPct val="0"/>
              </a:spcAft>
              <a:defRPr kumimoji="1">
                <a:latin typeface="굴림" pitchFamily="50" charset="-127"/>
                <a:ea typeface="굴림" pitchFamily="50" charset="-127"/>
              </a:defRPr>
            </a:lvl6pPr>
            <a:lvl7pPr marL="2971800" indent="-228600" eaLnBrk="0" fontAlgn="base" hangingPunct="0">
              <a:spcBef>
                <a:spcPct val="0"/>
              </a:spcBef>
              <a:spcAft>
                <a:spcPct val="0"/>
              </a:spcAft>
              <a:defRPr kumimoji="1">
                <a:latin typeface="굴림" pitchFamily="50" charset="-127"/>
                <a:ea typeface="굴림" pitchFamily="50" charset="-127"/>
              </a:defRPr>
            </a:lvl7pPr>
            <a:lvl8pPr marL="3429000" indent="-228600" eaLnBrk="0" fontAlgn="base" hangingPunct="0">
              <a:spcBef>
                <a:spcPct val="0"/>
              </a:spcBef>
              <a:spcAft>
                <a:spcPct val="0"/>
              </a:spcAft>
              <a:defRPr kumimoji="1">
                <a:latin typeface="굴림" pitchFamily="50" charset="-127"/>
                <a:ea typeface="굴림" pitchFamily="50" charset="-127"/>
              </a:defRPr>
            </a:lvl8pPr>
            <a:lvl9pPr marL="3886200" indent="-228600" eaLnBrk="0" fontAlgn="base" hangingPunct="0">
              <a:spcBef>
                <a:spcPct val="0"/>
              </a:spcBef>
              <a:spcAft>
                <a:spcPct val="0"/>
              </a:spcAft>
              <a:defRPr kumimoji="1">
                <a:latin typeface="굴림" pitchFamily="50" charset="-127"/>
                <a:ea typeface="굴림" pitchFamily="50" charset="-127"/>
              </a:defRPr>
            </a:lvl9pPr>
          </a:lstStyle>
          <a:p>
            <a:pPr algn="l">
              <a:spcAft>
                <a:spcPts val="300"/>
              </a:spcAft>
              <a:buNone/>
            </a:pPr>
            <a:r>
              <a:rPr lang="en-US" altLang="ko-KR" dirty="0" sz="1400" b="1"/>
              <a:t>EFFECT:</a:t>
            </a:r>
          </a:p>
          <a:p>
            <a:pPr algn="l" marL="171450" indent="-171450">
              <a:spcAft>
                <a:spcPts val="200"/>
              </a:spcAft>
              <a:buFont typeface="Arial"/>
              <a:buChar char="•"/>
            </a:pPr>
            <a:r>
              <a:rPr lang="en-US" altLang="ko-KR" dirty="0" sz="1000"/>
              <a:t>Pallets with position 12 unregistered: from nearly every pallet to none.</a:t>
            </a:r>
          </a:p>
        </p:txBody>
      </p:sp>
      <p:graphicFrame>
        <p:nvGraphicFramePr>
          <p:cNvPr id="104" name="표 103">
            <a:extLst>
              <a:ext uri="{FF2B5EF4-FFF2-40B4-BE49-F238E27FC236}">
                <a16:creationId xmlns:a16="http://schemas.microsoft.com/office/drawing/2014/main" id="{7217E0C3-3242-462A-86FE-317BCFA54321}"/>
              </a:ext>
            </a:extLst>
          </p:cNvPr>
          <p:cNvGraphicFramePr>
            <a:graphicFrameLocks noGrp="1"/>
          </p:cNvGraphicFramePr>
          <p:nvPr/>
        </p:nvGraphicFramePr>
        <p:xfrm>
          <a:off x="8802980" y="1466757"/>
          <a:ext cx="1012824" cy="350520"/>
        </p:xfrm>
        <a:graphic>
          <a:graphicData uri="http://schemas.openxmlformats.org/drawingml/2006/table">
            <a:tbl>
              <a:tblPr firstRow="1" bandRow="1">
                <a:tableStyleId>{5940675A-B579-460E-94D1-54222C63F5DA}</a:tableStyleId>
              </a:tblPr>
              <a:tblGrid>
                <a:gridCol w="337608">
                  <a:extLst>
                    <a:ext uri="{9D8B030D-6E8A-4147-A177-3AD203B41FA5}">
                      <a16:colId xmlns:a16="http://schemas.microsoft.com/office/drawing/2014/main" val="20000"/>
                    </a:ext>
                  </a:extLst>
                </a:gridCol>
                <a:gridCol w="337608">
                  <a:extLst>
                    <a:ext uri="{9D8B030D-6E8A-4147-A177-3AD203B41FA5}">
                      <a16:colId xmlns:a16="http://schemas.microsoft.com/office/drawing/2014/main" val="20001"/>
                    </a:ext>
                  </a:extLst>
                </a:gridCol>
                <a:gridCol w="337608">
                  <a:extLst>
                    <a:ext uri="{9D8B030D-6E8A-4147-A177-3AD203B41FA5}">
                      <a16:colId xmlns:a16="http://schemas.microsoft.com/office/drawing/2014/main" val="20002"/>
                    </a:ext>
                  </a:extLst>
                </a:gridCol>
              </a:tblGrid>
              <a:tr h="78192">
                <a:tc gridSpan="3">
                  <a:txBody>
                    <a:bodyPr/>
                    <a:lstStyle/>
                    <a:p>
                      <a:pPr algn="ctr" latinLnBrk="1">
                        <a:lnSpc>
                          <a:spcPct val="100000"/>
                        </a:lnSpc>
                      </a:pPr>
                      <a:r>
                        <a:rPr lang="en-US" altLang="ko-KR" sz="700" b="1" kern="900" spc="0" baseline="0" dirty="0">
                          <a:solidFill>
                            <a:srgbClr val="0000FF"/>
                          </a:solidFill>
                          <a:latin typeface="Arial Narrow" panose="020B0606020202030204" pitchFamily="34" charset="0"/>
                          <a:ea typeface="LG스마트체 Regular" panose="020B0600000101010101" pitchFamily="50" charset="-127"/>
                        </a:rPr>
                        <a:t>DX Level</a:t>
                      </a:r>
                      <a:r>
                        <a:rPr lang="ko-KR" altLang="en-US" sz="700" b="1" kern="900" spc="0" baseline="0" dirty="0">
                          <a:solidFill>
                            <a:srgbClr val="0000FF"/>
                          </a:solidFill>
                          <a:latin typeface="Arial Narrow" panose="020B0606020202030204" pitchFamily="34" charset="0"/>
                          <a:ea typeface="LG스마트체 Regular" panose="020B0600000101010101" pitchFamily="50" charset="-127"/>
                        </a:rPr>
                        <a:t> 구분</a:t>
                      </a:r>
                    </a:p>
                  </a:txBody>
                  <a:tcPr marL="0" marR="0" marT="0" marB="0" anchor="ctr">
                    <a:lnL w="9525" cap="flat" cmpd="sng" algn="ctr">
                      <a:solidFill>
                        <a:schemeClr val="tx1">
                          <a:lumMod val="65000"/>
                          <a:lumOff val="35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hMerge="1">
                  <a:txBody>
                    <a:bodyPr/>
                    <a:lstStyle/>
                    <a:p>
                      <a:pPr algn="ctr" latinLnBrk="1"/>
                      <a:endParaRPr lang="ko-KR" altLang="en-US" sz="700" b="1" kern="900" spc="-100" baseline="0" dirty="0">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ctr" latinLnBrk="1"/>
                      <a:endParaRPr lang="ko-KR" altLang="en-US" sz="700" b="1" kern="900" spc="-100" baseline="0" dirty="0">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78442">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rPr>
                        <a:t>A2D</a:t>
                      </a:r>
                    </a:p>
                  </a:txBody>
                  <a:tcPr marL="0" marR="0" marT="0" marB="0" anchor="ctr">
                    <a:lnL w="9525" cap="flat" cmpd="sng" algn="ctr">
                      <a:solidFill>
                        <a:schemeClr val="tx1">
                          <a:lumMod val="65000"/>
                          <a:lumOff val="3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정보화</a:t>
                      </a:r>
                      <a:endParaRPr kumimoji="0" lang="en-US" altLang="ko-KR" sz="7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지능화</a:t>
                      </a:r>
                      <a:endParaRPr kumimoji="0" lang="en-US" altLang="ko-KR" sz="7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6350"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96847">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6350"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05" name="표 104">
            <a:extLst>
              <a:ext uri="{FF2B5EF4-FFF2-40B4-BE49-F238E27FC236}">
                <a16:creationId xmlns:a16="http://schemas.microsoft.com/office/drawing/2014/main" id="{275A48A6-063A-4695-8225-5094514F8224}"/>
              </a:ext>
            </a:extLst>
          </p:cNvPr>
          <p:cNvGraphicFramePr>
            <a:graphicFrameLocks noGrp="1"/>
          </p:cNvGraphicFramePr>
          <p:nvPr/>
        </p:nvGraphicFramePr>
        <p:xfrm>
          <a:off x="8807451" y="560208"/>
          <a:ext cx="1012827" cy="950688"/>
        </p:xfrm>
        <a:graphic>
          <a:graphicData uri="http://schemas.openxmlformats.org/drawingml/2006/table">
            <a:tbl>
              <a:tblPr firstRow="1" bandRow="1">
                <a:tableStyleId>{5940675A-B579-460E-94D1-54222C63F5DA}</a:tableStyleId>
              </a:tblPr>
              <a:tblGrid>
                <a:gridCol w="431799">
                  <a:extLst>
                    <a:ext uri="{9D8B030D-6E8A-4147-A177-3AD203B41FA5}">
                      <a16:colId xmlns:a16="http://schemas.microsoft.com/office/drawing/2014/main" val="20000"/>
                    </a:ext>
                  </a:extLst>
                </a:gridCol>
                <a:gridCol w="290514">
                  <a:extLst>
                    <a:ext uri="{9D8B030D-6E8A-4147-A177-3AD203B41FA5}">
                      <a16:colId xmlns:a16="http://schemas.microsoft.com/office/drawing/2014/main" val="20001"/>
                    </a:ext>
                  </a:extLst>
                </a:gridCol>
                <a:gridCol w="290514">
                  <a:extLst>
                    <a:ext uri="{9D8B030D-6E8A-4147-A177-3AD203B41FA5}">
                      <a16:colId xmlns:a16="http://schemas.microsoft.com/office/drawing/2014/main" val="20002"/>
                    </a:ext>
                  </a:extLst>
                </a:gridCol>
              </a:tblGrid>
              <a:tr h="184856">
                <a:tc>
                  <a:txBody>
                    <a:bodyPr/>
                    <a:lstStyle/>
                    <a:p>
                      <a:pPr algn="ctr" latinLnBrk="1">
                        <a:lnSpc>
                          <a:spcPct val="80000"/>
                        </a:lnSpc>
                      </a:pPr>
                      <a:r>
                        <a:rPr lang="ko-KR" altLang="en-US" sz="700" b="1" kern="900" spc="0" baseline="0" dirty="0">
                          <a:solidFill>
                            <a:schemeClr val="tx1"/>
                          </a:solidFill>
                          <a:latin typeface="Arial Narrow" panose="020B0606020202030204" pitchFamily="34" charset="0"/>
                          <a:ea typeface="LG스마트체 Regular" panose="020B0600000101010101" pitchFamily="50" charset="-127"/>
                        </a:rPr>
                        <a:t>개선 영역</a:t>
                      </a:r>
                      <a:endParaRPr lang="en-US" altLang="ko-KR" sz="700" b="1" kern="900" spc="0" baseline="0" dirty="0">
                        <a:solidFill>
                          <a:schemeClr val="tx1"/>
                        </a:solidFill>
                        <a:latin typeface="Arial Narrow" panose="020B0606020202030204" pitchFamily="34" charset="0"/>
                        <a:ea typeface="LG스마트체 Regular" panose="020B0600000101010101" pitchFamily="50" charset="-127"/>
                      </a:endParaRPr>
                    </a:p>
                  </a:txBody>
                  <a:tcPr marL="0" marR="0" marT="1800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algn="ctr" latinLnBrk="1">
                        <a:lnSpc>
                          <a:spcPct val="80000"/>
                        </a:lnSpc>
                      </a:pPr>
                      <a:r>
                        <a:rPr lang="en-US" altLang="ko-KR" sz="700" b="1" kern="900" spc="-30" baseline="0" dirty="0">
                          <a:solidFill>
                            <a:schemeClr val="tx1"/>
                          </a:solidFill>
                          <a:latin typeface="Arial Narrow" panose="020B0606020202030204" pitchFamily="34" charset="0"/>
                          <a:ea typeface="LG스마트체 Regular" panose="020B0600000101010101" pitchFamily="50" charset="-127"/>
                        </a:rPr>
                        <a:t>Analog</a:t>
                      </a:r>
                      <a:br>
                        <a:rPr lang="en-US" altLang="ko-KR" sz="700" b="1" kern="900" spc="-30" baseline="0" dirty="0">
                          <a:solidFill>
                            <a:schemeClr val="tx1"/>
                          </a:solidFill>
                          <a:latin typeface="Arial Narrow" panose="020B0606020202030204" pitchFamily="34" charset="0"/>
                          <a:ea typeface="LG스마트체 Regular" panose="020B0600000101010101" pitchFamily="50" charset="-127"/>
                        </a:rPr>
                      </a:br>
                      <a:r>
                        <a:rPr lang="en-US" altLang="ko-KR" sz="700" b="1" kern="900" spc="-30" baseline="0" dirty="0">
                          <a:solidFill>
                            <a:schemeClr val="tx1"/>
                          </a:solidFill>
                          <a:latin typeface="Arial Narrow" panose="020B0606020202030204" pitchFamily="34" charset="0"/>
                          <a:ea typeface="LG스마트체 Regular" panose="020B0600000101010101" pitchFamily="50" charset="-127"/>
                        </a:rPr>
                        <a:t>BP</a:t>
                      </a:r>
                      <a:endParaRPr lang="ko-KR" altLang="en-US" sz="700" b="1" kern="900" spc="-30" baseline="0" dirty="0">
                        <a:solidFill>
                          <a:schemeClr val="tx1"/>
                        </a:solidFill>
                        <a:latin typeface="Arial Narrow" panose="020B0606020202030204" pitchFamily="34" charset="0"/>
                        <a:ea typeface="LG스마트체 Regular" panose="020B0600000101010101" pitchFamily="50" charset="-127"/>
                      </a:endParaRPr>
                    </a:p>
                  </a:txBody>
                  <a:tcPr marL="0" marR="0" marT="1800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tc>
                  <a:txBody>
                    <a:bodyPr/>
                    <a:lstStyle/>
                    <a:p>
                      <a:pPr algn="ctr" latinLnBrk="1">
                        <a:lnSpc>
                          <a:spcPct val="80000"/>
                        </a:lnSpc>
                      </a:pPr>
                      <a:r>
                        <a:rPr lang="en-US" altLang="ko-KR" sz="700" b="1" kern="900" spc="-30" baseline="0" dirty="0">
                          <a:solidFill>
                            <a:srgbClr val="0000FF"/>
                          </a:solidFill>
                          <a:latin typeface="Arial Narrow" panose="020B0606020202030204" pitchFamily="34" charset="0"/>
                          <a:ea typeface="LG스마트체 Regular" panose="020B0600000101010101" pitchFamily="50" charset="-127"/>
                        </a:rPr>
                        <a:t>DX</a:t>
                      </a:r>
                      <a:br>
                        <a:rPr lang="en-US" altLang="ko-KR" sz="700" b="1" kern="900" spc="-30" baseline="0" dirty="0">
                          <a:solidFill>
                            <a:srgbClr val="0000FF"/>
                          </a:solidFill>
                          <a:latin typeface="Arial Narrow" panose="020B0606020202030204" pitchFamily="34" charset="0"/>
                          <a:ea typeface="LG스마트체 Regular" panose="020B0600000101010101" pitchFamily="50" charset="-127"/>
                        </a:rPr>
                      </a:br>
                      <a:r>
                        <a:rPr lang="en-US" altLang="ko-KR" sz="700" b="1" kern="900" spc="-30" baseline="0" dirty="0">
                          <a:solidFill>
                            <a:srgbClr val="0000FF"/>
                          </a:solidFill>
                          <a:latin typeface="Arial Narrow" panose="020B0606020202030204" pitchFamily="34" charset="0"/>
                          <a:ea typeface="LG스마트체 Regular" panose="020B0600000101010101" pitchFamily="50" charset="-127"/>
                        </a:rPr>
                        <a:t>BP</a:t>
                      </a:r>
                      <a:endParaRPr lang="ko-KR" altLang="en-US" sz="700" b="1" kern="900" spc="-30" baseline="0" dirty="0">
                        <a:solidFill>
                          <a:srgbClr val="0000FF"/>
                        </a:solidFill>
                        <a:latin typeface="Arial Narrow" panose="020B0606020202030204" pitchFamily="34" charset="0"/>
                        <a:ea typeface="LG스마트체 Regular" panose="020B0600000101010101" pitchFamily="50" charset="-127"/>
                      </a:endParaRPr>
                    </a:p>
                  </a:txBody>
                  <a:tcPr marL="0" marR="0" marT="1800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18836">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700" b="1" i="0" u="none" strike="noStrike" dirty="0">
                          <a:solidFill>
                            <a:schemeClr val="tx1"/>
                          </a:solidFill>
                          <a:effectLst/>
                          <a:latin typeface="Arial Narrow" panose="020B0606020202030204" pitchFamily="34" charset="0"/>
                          <a:ea typeface="LG스마트체 Regular" panose="020B0600000101010101" pitchFamily="50" charset="-127"/>
                        </a:rPr>
                        <a:t>이물</a:t>
                      </a:r>
                      <a:r>
                        <a:rPr lang="en-US" altLang="ko-KR" sz="700" b="1" i="0" u="none" strike="noStrike" dirty="0">
                          <a:solidFill>
                            <a:schemeClr val="tx1"/>
                          </a:solidFill>
                          <a:effectLst/>
                          <a:latin typeface="Arial Narrow" panose="020B0606020202030204" pitchFamily="34" charset="0"/>
                          <a:ea typeface="LG스마트체 Regular" panose="020B0600000101010101" pitchFamily="50" charset="-127"/>
                        </a:rPr>
                        <a:t>/</a:t>
                      </a:r>
                      <a:r>
                        <a:rPr lang="ko-KR" altLang="en-US" sz="700" b="1" i="0" u="none" strike="noStrike" dirty="0">
                          <a:solidFill>
                            <a:schemeClr val="tx1"/>
                          </a:solidFill>
                          <a:effectLst/>
                          <a:latin typeface="Arial Narrow" panose="020B0606020202030204" pitchFamily="34" charset="0"/>
                          <a:ea typeface="LG스마트체 Regular" panose="020B0600000101010101" pitchFamily="50" charset="-127"/>
                        </a:rPr>
                        <a:t>생산성</a:t>
                      </a:r>
                      <a:endParaRPr lang="en-US" altLang="ko-KR" sz="700" b="1"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118836">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700" b="1" i="0" u="none" strike="noStrike" spc="0" baseline="0" dirty="0">
                          <a:solidFill>
                            <a:schemeClr val="tx1"/>
                          </a:solidFill>
                          <a:effectLst/>
                          <a:latin typeface="Arial Narrow" panose="020B0606020202030204" pitchFamily="34" charset="0"/>
                          <a:ea typeface="LG스마트체 Regular" panose="020B0600000101010101" pitchFamily="50" charset="-127"/>
                        </a:rPr>
                        <a:t>성능</a:t>
                      </a:r>
                      <a:r>
                        <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rPr>
                        <a:t>/</a:t>
                      </a:r>
                      <a:r>
                        <a:rPr lang="ko-KR" altLang="en-US" sz="700" b="1" i="0" u="none" strike="noStrike" spc="0" baseline="0" dirty="0">
                          <a:solidFill>
                            <a:schemeClr val="tx1"/>
                          </a:solidFill>
                          <a:effectLst/>
                          <a:latin typeface="Arial Narrow" panose="020B0606020202030204" pitchFamily="34" charset="0"/>
                          <a:ea typeface="LG스마트체 Regular" panose="020B0600000101010101" pitchFamily="50" charset="-127"/>
                        </a:rPr>
                        <a:t>품질</a:t>
                      </a:r>
                      <a:endPar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a:t>
                      </a: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118836">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700" b="1" i="0" u="none" strike="noStrike" spc="0" baseline="0" dirty="0">
                          <a:solidFill>
                            <a:schemeClr val="tx1"/>
                          </a:solidFill>
                          <a:effectLst/>
                          <a:latin typeface="Arial Narrow" panose="020B0606020202030204" pitchFamily="34" charset="0"/>
                          <a:ea typeface="LG스마트체 Regular" panose="020B0600000101010101" pitchFamily="50" charset="-127"/>
                        </a:rPr>
                        <a:t>프로세스</a:t>
                      </a:r>
                      <a:endPar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r h="118836">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b="1" i="0" u="none" strike="noStrike" spc="0" baseline="0" dirty="0">
                          <a:solidFill>
                            <a:schemeClr val="tx1"/>
                          </a:solidFill>
                          <a:effectLst/>
                          <a:latin typeface="Arial Narrow" panose="020B0606020202030204" pitchFamily="34" charset="0"/>
                          <a:ea typeface="LG스마트체 Regular" panose="020B0600000101010101" pitchFamily="50" charset="-127"/>
                        </a:rPr>
                        <a:t>안전환경</a:t>
                      </a:r>
                      <a:endPar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5"/>
                  </a:ext>
                </a:extLst>
              </a:tr>
              <a:tr h="118836">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700" b="1" i="0" u="none" strike="noStrike" spc="0" baseline="0" dirty="0">
                          <a:solidFill>
                            <a:schemeClr val="tx1"/>
                          </a:solidFill>
                          <a:effectLst/>
                          <a:latin typeface="Arial Narrow" panose="020B0606020202030204" pitchFamily="34" charset="0"/>
                          <a:ea typeface="LG스마트체 Regular" panose="020B0600000101010101" pitchFamily="50" charset="-127"/>
                        </a:rPr>
                        <a:t>고객가치</a:t>
                      </a:r>
                      <a:endParaRPr lang="en-US" altLang="ko-KR" sz="700" b="1" i="0" u="none" strike="noStrike" spc="0" baseline="0" dirty="0">
                        <a:solidFill>
                          <a:schemeClr val="tx1"/>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3175" cap="flat" cmpd="sng" algn="ctr">
                      <a:solidFill>
                        <a:schemeClr val="bg1">
                          <a:lumMod val="50000"/>
                        </a:schemeClr>
                      </a:solidFill>
                      <a:prstDash val="solid"/>
                      <a:round/>
                      <a:headEnd type="none" w="med" len="med"/>
                      <a:tailEnd type="none" w="med" len="med"/>
                    </a:lnL>
                    <a:lnR w="952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411280698"/>
                  </a:ext>
                </a:extLst>
              </a:tr>
            </a:tbl>
          </a:graphicData>
        </a:graphic>
      </p:graphicFrame>
      <p:graphicFrame>
        <p:nvGraphicFramePr>
          <p:cNvPr id="106" name="표 105">
            <a:extLst>
              <a:ext uri="{FF2B5EF4-FFF2-40B4-BE49-F238E27FC236}">
                <a16:creationId xmlns:a16="http://schemas.microsoft.com/office/drawing/2014/main" id="{01739F50-273D-88B9-0185-931B6BCAB9B7}"/>
              </a:ext>
            </a:extLst>
          </p:cNvPr>
          <p:cNvGraphicFramePr>
            <a:graphicFrameLocks noGrp="1"/>
          </p:cNvGraphicFramePr>
          <p:nvPr/>
        </p:nvGraphicFramePr>
        <p:xfrm>
          <a:off x="7090565" y="28296"/>
          <a:ext cx="1658127" cy="259080"/>
        </p:xfrm>
        <a:graphic>
          <a:graphicData uri="http://schemas.openxmlformats.org/drawingml/2006/table">
            <a:tbl>
              <a:tblPr firstRow="1" bandRow="1">
                <a:tableStyleId>{5940675A-B579-460E-94D1-54222C63F5DA}</a:tableStyleId>
              </a:tblPr>
              <a:tblGrid>
                <a:gridCol w="192124">
                  <a:extLst>
                    <a:ext uri="{9D8B030D-6E8A-4147-A177-3AD203B41FA5}">
                      <a16:colId xmlns:a16="http://schemas.microsoft.com/office/drawing/2014/main" val="20000"/>
                    </a:ext>
                  </a:extLst>
                </a:gridCol>
                <a:gridCol w="209429">
                  <a:extLst>
                    <a:ext uri="{9D8B030D-6E8A-4147-A177-3AD203B41FA5}">
                      <a16:colId xmlns:a16="http://schemas.microsoft.com/office/drawing/2014/main" val="20001"/>
                    </a:ext>
                  </a:extLst>
                </a:gridCol>
                <a:gridCol w="209429">
                  <a:extLst>
                    <a:ext uri="{9D8B030D-6E8A-4147-A177-3AD203B41FA5}">
                      <a16:colId xmlns:a16="http://schemas.microsoft.com/office/drawing/2014/main" val="20002"/>
                    </a:ext>
                  </a:extLst>
                </a:gridCol>
                <a:gridCol w="209429">
                  <a:extLst>
                    <a:ext uri="{9D8B030D-6E8A-4147-A177-3AD203B41FA5}">
                      <a16:colId xmlns:a16="http://schemas.microsoft.com/office/drawing/2014/main" val="20003"/>
                    </a:ext>
                  </a:extLst>
                </a:gridCol>
                <a:gridCol w="209429">
                  <a:extLst>
                    <a:ext uri="{9D8B030D-6E8A-4147-A177-3AD203B41FA5}">
                      <a16:colId xmlns:a16="http://schemas.microsoft.com/office/drawing/2014/main" val="20004"/>
                    </a:ext>
                  </a:extLst>
                </a:gridCol>
                <a:gridCol w="209429">
                  <a:extLst>
                    <a:ext uri="{9D8B030D-6E8A-4147-A177-3AD203B41FA5}">
                      <a16:colId xmlns:a16="http://schemas.microsoft.com/office/drawing/2014/main" val="20005"/>
                    </a:ext>
                  </a:extLst>
                </a:gridCol>
                <a:gridCol w="209429">
                  <a:extLst>
                    <a:ext uri="{9D8B030D-6E8A-4147-A177-3AD203B41FA5}">
                      <a16:colId xmlns:a16="http://schemas.microsoft.com/office/drawing/2014/main" val="20006"/>
                    </a:ext>
                  </a:extLst>
                </a:gridCol>
                <a:gridCol w="209429">
                  <a:extLst>
                    <a:ext uri="{9D8B030D-6E8A-4147-A177-3AD203B41FA5}">
                      <a16:colId xmlns:a16="http://schemas.microsoft.com/office/drawing/2014/main" val="20007"/>
                    </a:ext>
                  </a:extLst>
                </a:gridCol>
              </a:tblGrid>
              <a:tr h="0">
                <a:tc rowSpan="2">
                  <a:txBody>
                    <a:bodyPr/>
                    <a:lstStyle/>
                    <a:p>
                      <a:pPr algn="l" latinLnBrk="1"/>
                      <a:r>
                        <a:rPr lang="ko-KR" altLang="en-US" sz="800" b="1" spc="-100" baseline="0" dirty="0">
                          <a:latin typeface="Arial Narrow" panose="020B0606020202030204" pitchFamily="34" charset="0"/>
                          <a:ea typeface="LG스마트체 Regular" panose="020B0600000101010101" pitchFamily="50" charset="-127"/>
                        </a:rPr>
                        <a:t>전파</a:t>
                      </a:r>
                      <a:endParaRPr lang="en-US" altLang="ko-KR" sz="800" b="1" spc="-100" baseline="0" dirty="0">
                        <a:latin typeface="Arial Narrow" panose="020B0606020202030204" pitchFamily="34" charset="0"/>
                        <a:ea typeface="LG스마트체 Regular" panose="020B0600000101010101" pitchFamily="50" charset="-127"/>
                      </a:endParaRPr>
                    </a:p>
                  </a:txBody>
                  <a:tcPr marL="0" marR="0" marT="0" marB="0"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광학 </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기판</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전장</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1" kern="900" spc="-100" baseline="0" dirty="0">
                          <a:latin typeface="Arial Narrow" panose="020B0606020202030204" pitchFamily="34" charset="0"/>
                          <a:ea typeface="LG스마트체 Regular" panose="020B0600000101010101" pitchFamily="50" charset="-127"/>
                        </a:rPr>
                        <a:t>CTO</a:t>
                      </a:r>
                      <a:endParaRPr lang="ko-KR" altLang="en-US" sz="800" b="1" kern="900" spc="-100" baseline="0" dirty="0">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전자</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생기</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r>
                        <a:rPr lang="ko-KR" altLang="en-US" sz="800" b="1" kern="900" spc="-100" baseline="0" dirty="0">
                          <a:latin typeface="Arial Narrow" panose="020B0606020202030204" pitchFamily="34" charset="0"/>
                          <a:ea typeface="LG스마트체 Regular" panose="020B0600000101010101" pitchFamily="50" charset="-127"/>
                        </a:rPr>
                        <a:t>품질</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0">
                <a:tc vMerge="1">
                  <a:txBody>
                    <a:bodyPr/>
                    <a:lstStyle/>
                    <a:p>
                      <a:pPr algn="ctr" latinLnBrk="1"/>
                      <a:endParaRPr lang="ko-KR" altLang="en-US" sz="1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900" b="0" i="0" u="none" strike="noStrike" spc="-100" baseline="0" dirty="0">
                          <a:solidFill>
                            <a:srgbClr val="000000"/>
                          </a:solidFill>
                          <a:effectLst/>
                          <a:latin typeface="Arial Narrow" panose="020B0606020202030204" pitchFamily="34" charset="0"/>
                          <a:ea typeface="LG스마트체 Regular" panose="020B0600000101010101" pitchFamily="50" charset="-127"/>
                        </a:rPr>
                        <a:t>○</a:t>
                      </a:r>
                      <a:endParaRPr lang="en-US" altLang="ko-KR" sz="900" b="0" i="0" u="none" strike="noStrike" spc="-100"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a:t>
                      </a:r>
                      <a:endPar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a:t>
                      </a:r>
                      <a:endPar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a:t>
                      </a:r>
                      <a:endPar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a:t>
                      </a:r>
                      <a:endPar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X</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10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X</a:t>
                      </a:r>
                    </a:p>
                  </a:txBody>
                  <a:tcPr marL="0" marR="0" marT="0" marB="0"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48" name="Text Box 22">
            <a:extLst>
              <a:ext uri="{FF2B5EF4-FFF2-40B4-BE49-F238E27FC236}">
                <a16:creationId xmlns:a16="http://schemas.microsoft.com/office/drawing/2014/main" id="{4943835B-8DA4-4869-8C18-DA8250B68444}"/>
              </a:ext>
            </a:extLst>
          </p:cNvPr>
          <p:cNvSpPr txBox="1">
            <a:spLocks noChangeArrowheads="1"/>
          </p:cNvSpPr>
          <p:nvPr/>
        </p:nvSpPr>
        <p:spPr bwMode="auto">
          <a:xfrm>
            <a:off x="150857" y="4444213"/>
            <a:ext cx="2193527" cy="236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0" rIns="90000" bIns="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marL="0" marR="0" lvl="0" indent="0" algn="l" defTabSz="914400" rtl="0" eaLnBrk="1" fontAlgn="auto" latinLnBrk="0" hangingPunct="1">
              <a:lnSpc>
                <a:spcPct val="130000"/>
              </a:lnSpc>
              <a:spcBef>
                <a:spcPts val="0"/>
              </a:spcBef>
              <a:spcAft>
                <a:spcPts val="0"/>
              </a:spcAft>
              <a:buClrTx/>
              <a:buSzTx/>
              <a:buFont typeface="Wingdings" panose="05000000000000000000" pitchFamily="2" charset="2"/>
              <a:buChar char="l"/>
              <a:tabLst/>
              <a:defRPr/>
            </a:pPr>
            <a:r>
              <a:rPr kumimoji="1" lang="ko-KR" altLang="en-US" sz="130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rPr>
              <a:t> </a:t>
            </a:r>
            <a:r>
              <a:rPr kumimoji="1" lang="es-419" altLang="ko-KR" sz="1300" b="1" i="0" u="none" strike="noStrike" kern="1200" cap="none" spc="0" normalizeH="0" baseline="0" noProof="0" dirty="0" smtClean="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rPr>
              <a:t>PROBLEM</a:t>
            </a:r>
            <a:endParaRPr kumimoji="1" lang="en-US" altLang="ko-KR" sz="130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Arial" panose="020B0604020202020204" pitchFamily="34" charset="0"/>
            </a:endParaRPr>
          </a:p>
        </p:txBody>
      </p:sp>
      <p:sp>
        <p:nvSpPr>
          <p:cNvPr id="51" name="직사각형 50">
            <a:extLst>
              <a:ext uri="{FF2B5EF4-FFF2-40B4-BE49-F238E27FC236}">
                <a16:creationId xmlns:a16="http://schemas.microsoft.com/office/drawing/2014/main" id="{F114F125-DEDC-4A5E-83D0-32A8D040BE99}"/>
              </a:ext>
            </a:extLst>
          </p:cNvPr>
          <p:cNvSpPr/>
          <p:nvPr/>
        </p:nvSpPr>
        <p:spPr>
          <a:xfrm>
            <a:off x="8543390" y="3093457"/>
            <a:ext cx="600604" cy="406647"/>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ko-KR" sz="1100" b="1" i="0" u="none" strike="noStrike" kern="0" cap="none" spc="0" normalizeH="0" baseline="0" noProof="0" dirty="0">
              <a:ln>
                <a:noFill/>
              </a:ln>
              <a:solidFill>
                <a:prstClr val="black">
                  <a:lumMod val="95000"/>
                  <a:lumOff val="5000"/>
                </a:prstClr>
              </a:solidFill>
              <a:effectLst/>
              <a:uLnTx/>
              <a:uFillTx/>
              <a:latin typeface="LG스마트체 Regular" panose="020B0600000101010101" pitchFamily="50" charset="-127"/>
              <a:ea typeface="LG스마트체 Regular" panose="020B0600000101010101" pitchFamily="50" charset="-127"/>
            </a:endParaRPr>
          </a:p>
        </p:txBody>
      </p:sp>
      <p:sp>
        <p:nvSpPr>
          <p:cNvPr id="63" name="Text Box 22">
            <a:extLst>
              <a:ext uri="{FF2B5EF4-FFF2-40B4-BE49-F238E27FC236}">
                <a16:creationId xmlns:a16="http://schemas.microsoft.com/office/drawing/2014/main" id="{8287475F-9343-43DB-A22C-AE7C32D6CF16}"/>
              </a:ext>
            </a:extLst>
          </p:cNvPr>
          <p:cNvSpPr txBox="1">
            <a:spLocks noChangeArrowheads="1"/>
          </p:cNvSpPr>
          <p:nvPr/>
        </p:nvSpPr>
        <p:spPr bwMode="auto">
          <a:xfrm>
            <a:off x="3329853" y="2469063"/>
            <a:ext cx="3613965" cy="602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algn="just">
              <a:defRPr/>
            </a:pPr>
            <a:r>
              <a:rPr lang="en-US" altLang="ko-KR" sz="1100" dirty="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rPr>
              <a:t>21 index guards added to GantryForm.cs, covering arrays and lists, including the four on palletResultCopy that caused the position-12 failure.</a:t>
            </a:r>
          </a:p>
        </p:txBody>
      </p:sp>
      <p:sp>
        <p:nvSpPr>
          <p:cNvPr id="46" name="Text Box 22">
            <a:extLst>
              <a:ext uri="{FF2B5EF4-FFF2-40B4-BE49-F238E27FC236}">
                <a16:creationId xmlns:a16="http://schemas.microsoft.com/office/drawing/2014/main" id="{FDA1CAA0-6C50-4F01-AABF-43A416B5039F}"/>
              </a:ext>
            </a:extLst>
          </p:cNvPr>
          <p:cNvSpPr txBox="1">
            <a:spLocks noChangeArrowheads="1"/>
          </p:cNvSpPr>
          <p:nvPr/>
        </p:nvSpPr>
        <p:spPr bwMode="auto">
          <a:xfrm>
            <a:off x="136588" y="4753587"/>
            <a:ext cx="3136204" cy="1448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defTabSz="914400" latinLnBrk="1">
              <a:defRPr/>
            </a:pPr>
            <a:r>
              <a:rPr lang="en-US" altLang="ko-KR" sz="1100" dirty="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rPr>
              <a:t>The vendor accesses arrays and lists without validating bounds. On the last piece of the pallet the index falls out of range and the exception aborts the flowchart node before the piece is reported.</a:t>
            </a:r>
          </a:p>
          <a:p>
            <a:pPr defTabSz="914400" latinLnBrk="1">
              <a:defRPr/>
            </a:pPr>
            <a:endParaRPr lang="en-US" altLang="ko-KR" sz="1100" dirty="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endParaRPr>
          </a:p>
          <a:p>
            <a:pPr defTabSz="914400" latinLnBrk="1">
              <a:defRPr/>
            </a:pPr>
            <a:r>
              <a:rPr lang="en-US" altLang="ko-KR" sz="1100" dirty="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rPr>
              <a:t>The 1211 "Cover is tilted" alarm is raised from a single camera reading, so capture noise is read as a real tilted cover.</a:t>
            </a:r>
            <a:r>
              <a:rPr lang="en-US" altLang="ko-KR" sz="1100" dirty="0" err="1">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rPr>
              <a:t/>
            </a:r>
            <a:r>
              <a:rPr lang="en-US" altLang="ko-KR" sz="1100" dirty="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sym typeface="Wingdings" pitchFamily="2" charset="2"/>
              </a:rPr>
              <a:t/>
            </a:r>
          </a:p>
        </p:txBody>
      </p:sp>
      <p:sp>
        <p:nvSpPr>
          <p:cNvPr id="8" name="TextBox 7">
            <a:extLst>
              <a:ext uri="{FF2B5EF4-FFF2-40B4-BE49-F238E27FC236}">
                <a16:creationId xmlns:a16="http://schemas.microsoft.com/office/drawing/2014/main" id="{3C2C7A66-96E5-67E7-0D50-F80DB89DD3EB}"/>
              </a:ext>
            </a:extLst>
          </p:cNvPr>
          <p:cNvSpPr txBox="1"/>
          <p:nvPr/>
        </p:nvSpPr>
        <p:spPr>
          <a:xfrm>
            <a:off x="4250616" y="576400"/>
            <a:ext cx="4498076" cy="153888"/>
          </a:xfrm>
          <a:prstGeom prst="rect">
            <a:avLst/>
          </a:prstGeom>
          <a:noFill/>
        </p:spPr>
        <p:txBody>
          <a:bodyPr wrap="square" lIns="0" tIns="0" rIns="0" bIns="0" rtlCol="0">
            <a:spAutoFit/>
          </a:bodyPr>
          <a:lstStyle/>
          <a:p>
            <a:pPr>
              <a:spcAft>
                <a:spcPts val="555"/>
              </a:spcAft>
            </a:pPr>
            <a:r>
              <a:rPr lang="ko-KR" altLang="en-US" sz="1000" spc="-29" dirty="0">
                <a:solidFill>
                  <a:prstClr val="black">
                    <a:lumMod val="65000"/>
                    <a:lumOff val="35000"/>
                  </a:prstClr>
                </a:solidFill>
                <a:latin typeface="Arial Narrow" panose="020B0606020202030204" pitchFamily="34" charset="0"/>
                <a:ea typeface="LG스마트체 Regular" panose="020B0600000101010101" pitchFamily="50" charset="-127"/>
              </a:rPr>
              <a:t>■ Date : </a:t>
            </a:r>
            <a:r>
              <a:rPr lang="es-MX" altLang="ko-KR" sz="1000" b="1" spc="-29" dirty="0">
                <a:latin typeface="Arial Narrow" panose="020B0606020202030204" pitchFamily="34" charset="0"/>
                <a:ea typeface="LG스마트체 Regular" panose="020B0600000101010101" pitchFamily="50" charset="-127"/>
              </a:rPr>
              <a:t>18</a:t>
            </a:r>
            <a:r>
              <a:rPr lang="en-US" altLang="ko-KR" sz="1000" b="1" spc="-29" dirty="0" smtClean="0">
                <a:latin typeface="Arial Narrow" panose="020B0606020202030204" pitchFamily="34" charset="0"/>
                <a:ea typeface="LG스마트체 Regular" panose="020B0600000101010101" pitchFamily="50" charset="-127"/>
              </a:rPr>
              <a:t>/09/2026</a:t>
            </a:r>
            <a:r>
              <a:rPr lang="ko-KR" altLang="en-US" sz="1000" b="1" spc="-29" dirty="0" smtClean="0">
                <a:latin typeface="Arial Narrow" panose="020B0606020202030204" pitchFamily="34" charset="0"/>
                <a:ea typeface="LG스마트체 Regular" panose="020B0600000101010101" pitchFamily="50" charset="-127"/>
              </a:rPr>
              <a:t> </a:t>
            </a:r>
            <a:r>
              <a:rPr lang="ko-KR" altLang="en-US" sz="1000" spc="-29" dirty="0">
                <a:solidFill>
                  <a:prstClr val="black">
                    <a:lumMod val="65000"/>
                    <a:lumOff val="35000"/>
                  </a:prstClr>
                </a:solidFill>
                <a:latin typeface="Arial Narrow" panose="020B0606020202030204" pitchFamily="34" charset="0"/>
                <a:ea typeface="LG스마트체 Regular" panose="020B0600000101010101" pitchFamily="50" charset="-127"/>
              </a:rPr>
              <a:t>■ Writer : </a:t>
            </a:r>
            <a:r>
              <a:rPr lang="es-MX" altLang="ko-KR" sz="1000" spc="-29" dirty="0">
                <a:solidFill>
                  <a:prstClr val="black">
                    <a:lumMod val="65000"/>
                    <a:lumOff val="35000"/>
                  </a:prstClr>
                </a:solidFill>
                <a:latin typeface="Arial Narrow" panose="020B0606020202030204" pitchFamily="34" charset="0"/>
                <a:ea typeface="LG스마트체 Regular" panose="020B0600000101010101" pitchFamily="50" charset="-127"/>
              </a:rPr>
              <a:t>Guillermo Carrillo</a:t>
            </a:r>
            <a:r>
              <a:rPr lang="en-US" altLang="ko-KR" sz="1000" b="1" spc="-29" dirty="0">
                <a:latin typeface="Arial Narrow" panose="020B0606020202030204" pitchFamily="34" charset="0"/>
                <a:ea typeface="LG스마트체 Regular" panose="020B0600000101010101" pitchFamily="50" charset="-127"/>
              </a:rPr>
              <a:t>      </a:t>
            </a:r>
            <a:r>
              <a:rPr lang="ko-KR" altLang="en-US" sz="1000" spc="-29" dirty="0">
                <a:solidFill>
                  <a:prstClr val="black">
                    <a:lumMod val="65000"/>
                    <a:lumOff val="35000"/>
                  </a:prstClr>
                </a:solidFill>
                <a:latin typeface="Arial Narrow" panose="020B0606020202030204" pitchFamily="34" charset="0"/>
                <a:ea typeface="LG스마트체 Regular" panose="020B0600000101010101" pitchFamily="50" charset="-127"/>
              </a:rPr>
              <a:t>■ Division: </a:t>
            </a:r>
            <a:r>
              <a:rPr lang="en-US" altLang="ko-KR" sz="1000" b="1" spc="-29" dirty="0">
                <a:latin typeface="Arial Narrow" panose="020B0606020202030204" pitchFamily="34" charset="0"/>
                <a:ea typeface="LG스마트체 Regular" panose="020B0600000101010101" pitchFamily="50" charset="-127"/>
              </a:rPr>
              <a:t>CM</a:t>
            </a:r>
            <a:r>
              <a:rPr lang="ko-KR" altLang="en-US" sz="1000" b="1" spc="-29" dirty="0">
                <a:latin typeface="Arial Narrow" panose="020B0606020202030204" pitchFamily="34" charset="0"/>
                <a:ea typeface="LG스마트체 Regular" panose="020B0600000101010101" pitchFamily="50" charset="-127"/>
              </a:rPr>
              <a:t>       </a:t>
            </a:r>
            <a:r>
              <a:rPr lang="ko-KR" altLang="en-US" sz="1000" spc="-29" dirty="0">
                <a:solidFill>
                  <a:prstClr val="black">
                    <a:lumMod val="65000"/>
                    <a:lumOff val="35000"/>
                  </a:prstClr>
                </a:solidFill>
                <a:latin typeface="Arial Narrow" panose="020B0606020202030204" pitchFamily="34" charset="0"/>
                <a:ea typeface="LG스마트체 Regular" panose="020B0600000101010101" pitchFamily="50" charset="-127"/>
              </a:rPr>
              <a:t>■ Team:</a:t>
            </a:r>
            <a:r>
              <a:rPr lang="ko-KR" altLang="en-US" sz="1000" spc="-29" dirty="0">
                <a:latin typeface="Arial Narrow" panose="020B0606020202030204" pitchFamily="34" charset="0"/>
                <a:ea typeface="LG스마트체 Regular" panose="020B0600000101010101" pitchFamily="50" charset="-127"/>
              </a:rPr>
              <a:t> </a:t>
            </a:r>
            <a:r>
              <a:rPr lang="en-US" altLang="ko-KR" sz="1000" b="1" spc="-29" dirty="0">
                <a:latin typeface="Arial Narrow" panose="020B0606020202030204" pitchFamily="34" charset="0"/>
                <a:ea typeface="LG스마트체 Regular" panose="020B0600000101010101" pitchFamily="50" charset="-127"/>
              </a:rPr>
              <a:t>Production</a:t>
            </a:r>
          </a:p>
        </p:txBody>
      </p:sp>
      <p:sp>
        <p:nvSpPr>
          <p:cNvPr id="41" name="Text Box 22">
            <a:extLst>
              <a:ext uri="{FF2B5EF4-FFF2-40B4-BE49-F238E27FC236}">
                <a16:creationId xmlns:a16="http://schemas.microsoft.com/office/drawing/2014/main" id="{281CC93F-E659-4A34-B26F-E7FDC768FBC1}"/>
              </a:ext>
            </a:extLst>
          </p:cNvPr>
          <p:cNvSpPr txBox="1">
            <a:spLocks noChangeArrowheads="1"/>
          </p:cNvSpPr>
          <p:nvPr/>
        </p:nvSpPr>
        <p:spPr bwMode="auto">
          <a:xfrm>
            <a:off x="7132320" y="4370832"/>
            <a:ext cx="2633472" cy="1463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90000" tIns="46800" rIns="90000" bIns="46800">
            <a:spAutoFit/>
          </a:bodyPr>
          <a:lstStyle>
            <a:defPPr>
              <a:defRPr lang="en-US"/>
            </a:defPPr>
            <a:lvl1pPr algn="just" eaLnBrk="0" hangingPunct="0">
              <a:defRPr kumimoji="1" sz="1100">
                <a:solidFill>
                  <a:prstClr val="black"/>
                </a:solidFill>
                <a:latin typeface="LG스마트체 Regular" panose="020B0600000101010101" pitchFamily="50" charset="-127"/>
                <a:ea typeface="LG스마트체 Regular" panose="020B0600000101010101" pitchFamily="50" charset="-127"/>
                <a:cs typeface="Arial" panose="020B0604020202020204" pitchFamily="34" charset="0"/>
              </a:defRPr>
            </a:lvl1pPr>
            <a:lvl2pPr marL="742950" indent="-285750" eaLnBrk="0" hangingPunct="0">
              <a:defRPr kumimoji="1">
                <a:latin typeface="굴림" pitchFamily="50" charset="-127"/>
                <a:ea typeface="굴림" pitchFamily="50" charset="-127"/>
              </a:defRPr>
            </a:lvl2pPr>
            <a:lvl3pPr marL="1143000" indent="-228600" eaLnBrk="0" hangingPunct="0">
              <a:defRPr kumimoji="1">
                <a:latin typeface="굴림" pitchFamily="50" charset="-127"/>
                <a:ea typeface="굴림" pitchFamily="50" charset="-127"/>
              </a:defRPr>
            </a:lvl3pPr>
            <a:lvl4pPr marL="1600200" indent="-228600" eaLnBrk="0" hangingPunct="0">
              <a:defRPr kumimoji="1">
                <a:latin typeface="굴림" pitchFamily="50" charset="-127"/>
                <a:ea typeface="굴림" pitchFamily="50" charset="-127"/>
              </a:defRPr>
            </a:lvl4pPr>
            <a:lvl5pPr marL="2057400" indent="-228600" eaLnBrk="0" hangingPunct="0">
              <a:defRPr kumimoji="1">
                <a:latin typeface="굴림" pitchFamily="50" charset="-127"/>
                <a:ea typeface="굴림" pitchFamily="50" charset="-127"/>
              </a:defRPr>
            </a:lvl5pPr>
            <a:lvl6pPr marL="2514600" indent="-228600" eaLnBrk="0" fontAlgn="base" hangingPunct="0">
              <a:spcBef>
                <a:spcPct val="0"/>
              </a:spcBef>
              <a:spcAft>
                <a:spcPct val="0"/>
              </a:spcAft>
              <a:defRPr kumimoji="1">
                <a:latin typeface="굴림" pitchFamily="50" charset="-127"/>
                <a:ea typeface="굴림" pitchFamily="50" charset="-127"/>
              </a:defRPr>
            </a:lvl6pPr>
            <a:lvl7pPr marL="2971800" indent="-228600" eaLnBrk="0" fontAlgn="base" hangingPunct="0">
              <a:spcBef>
                <a:spcPct val="0"/>
              </a:spcBef>
              <a:spcAft>
                <a:spcPct val="0"/>
              </a:spcAft>
              <a:defRPr kumimoji="1">
                <a:latin typeface="굴림" pitchFamily="50" charset="-127"/>
                <a:ea typeface="굴림" pitchFamily="50" charset="-127"/>
              </a:defRPr>
            </a:lvl7pPr>
            <a:lvl8pPr marL="3429000" indent="-228600" eaLnBrk="0" fontAlgn="base" hangingPunct="0">
              <a:spcBef>
                <a:spcPct val="0"/>
              </a:spcBef>
              <a:spcAft>
                <a:spcPct val="0"/>
              </a:spcAft>
              <a:defRPr kumimoji="1">
                <a:latin typeface="굴림" pitchFamily="50" charset="-127"/>
                <a:ea typeface="굴림" pitchFamily="50" charset="-127"/>
              </a:defRPr>
            </a:lvl8pPr>
            <a:lvl9pPr marL="3886200" indent="-228600" eaLnBrk="0" fontAlgn="base" hangingPunct="0">
              <a:spcBef>
                <a:spcPct val="0"/>
              </a:spcBef>
              <a:spcAft>
                <a:spcPct val="0"/>
              </a:spcAft>
              <a:defRPr kumimoji="1">
                <a:latin typeface="굴림" pitchFamily="50" charset="-127"/>
                <a:ea typeface="굴림" pitchFamily="50" charset="-127"/>
              </a:defRPr>
            </a:lvl9pPr>
          </a:lstStyle>
          <a:p>
            <a:pPr algn="l">
              <a:spcAft>
                <a:spcPts val="300"/>
              </a:spcAft>
              <a:buNone/>
            </a:pPr>
            <a:r>
              <a:rPr lang="en-US" altLang="ko-KR" dirty="0" sz="1400" b="1"/>
              <a:t>IMPACT:</a:t>
            </a:r>
          </a:p>
          <a:p>
            <a:pPr algn="l" marL="171450" indent="-171450">
              <a:spcAft>
                <a:spcPts val="300"/>
              </a:spcAft>
              <a:buFont typeface="Arial"/>
              <a:buChar char="•"/>
            </a:pPr>
            <a:r>
              <a:rPr lang="en-US" altLang="ko-KR" dirty="0" sz="900"/>
              <a:t>2 Oct: both Unloaders above 9,700 pcs; Line 1 at 20,127 pcs (+20.7%).</a:t>
            </a:r>
          </a:p>
          <a:p>
            <a:pPr algn="l" marL="171450" indent="-171450">
              <a:spcAft>
                <a:spcPts val="300"/>
              </a:spcAft>
              <a:buFont typeface="Arial"/>
              <a:buChar char="•"/>
            </a:pPr>
            <a:r>
              <a:rPr lang="en-US" altLang="ko-KR" dirty="0" sz="900"/>
              <a:t>1 Oct: controlled material run (17,449 pcs), peak of 1,003 pcs/h.</a:t>
            </a:r>
          </a:p>
          <a:p>
            <a:pPr algn="l" marL="171450" indent="-171450">
              <a:spcAft>
                <a:spcPts val="300"/>
              </a:spcAft>
              <a:buFont typeface="Arial"/>
              <a:buChar char="•"/>
            </a:pPr>
            <a:r>
              <a:rPr lang="en-US" altLang="ko-KR" dirty="0" sz="900"/>
              <a:t>1211 alarms: baseline 24-36 per 12 h shift; new figure pending.</a:t>
            </a:r>
          </a:p>
        </p:txBody>
      </p:sp>
      <p:sp>
        <p:nvSpPr>
          <p:cNvPr id="19" name="TextBox 18"/>
          <p:cNvSpPr txBox="1"/>
          <p:nvPr/>
        </p:nvSpPr>
        <p:spPr>
          <a:xfrm>
            <a:off x="3277620" y="5919793"/>
            <a:ext cx="3608683" cy="430887"/>
          </a:xfrm>
          <a:prstGeom prst="rect">
            <a:avLst/>
          </a:prstGeom>
          <a:noFill/>
        </p:spPr>
        <p:txBody>
          <a:bodyPr wrap="square" rtlCol="0">
            <a:spAutoFit/>
          </a:bodyPr>
          <a:lstStyle/>
          <a:p>
            <a:r>
              <a:rPr lang="en-US" sz="1100" dirty="0">
                <a:latin typeface="LG스마트체 Regular" panose="020B0600000101010101" pitchFamily="34" charset="-127"/>
                <a:ea typeface="LG스마트체 Regular" panose="020B0600000101010101" pitchFamily="34" charset="-127"/>
              </a:rPr>
              <a:t>Retry dialog added on QR read failure (alarm 1302), so the operator can reposition the PCBs instead of losing the group.</a:t>
            </a:r>
            <a:endParaRPr lang="es-MX" sz="1100" dirty="0">
              <a:latin typeface="LG스마트체 Regular" panose="020B0600000101010101" pitchFamily="34" charset="-127"/>
              <a:ea typeface="LG스마트체 Regular" panose="020B0600000101010101" pitchFamily="34" charset="-127"/>
            </a:endParaRPr>
          </a:p>
        </p:txBody>
      </p:sp>
      <p:sp>
        <p:nvSpPr>
          <p:cNvPr id="20" name="TextBox 19"/>
          <p:cNvSpPr txBox="1"/>
          <p:nvPr/>
        </p:nvSpPr>
        <p:spPr>
          <a:xfrm>
            <a:off x="5396917" y="3764733"/>
            <a:ext cx="1622881" cy="1446550"/>
          </a:xfrm>
          <a:prstGeom prst="rect">
            <a:avLst/>
          </a:prstGeom>
          <a:noFill/>
        </p:spPr>
        <p:txBody>
          <a:bodyPr wrap="square" rtlCol="0">
            <a:spAutoFit/>
          </a:bodyPr>
          <a:lstStyle/>
          <a:p>
            <a:r>
              <a:rPr lang="en-US" sz="1100" dirty="0">
                <a:latin typeface="LG스마트체 Regular" panose="020B0600000101010101" pitchFamily="34" charset="-127"/>
                <a:ea typeface="LG스마트체 Regular" panose="020B0600000101010101" pitchFamily="34" charset="-127"/>
              </a:rPr>
              <a:t>1211 alarm now confirmed by voting: 5 readings 150 ms apart, alarm raised only when 3 or more agree. Threshold configurable and recorded in the log.</a:t>
            </a:r>
            <a:endParaRPr lang="es-MX" sz="1100" dirty="0">
              <a:latin typeface="LG스마트체 Regular" panose="020B0600000101010101" pitchFamily="34" charset="-127"/>
              <a:ea typeface="LG스마트체 Regular" panose="020B0600000101010101" pitchFamily="34" charset="-127"/>
            </a:endParaRPr>
          </a:p>
        </p:txBody>
      </p:sp>
      <p:graphicFrame>
        <p:nvGraphicFramePr>
          <p:cNvPr id="301" name="Production results table"/>
          <p:cNvGraphicFramePr>
            <a:graphicFrameLocks noGrp="1"/>
          </p:cNvGraphicFramePr>
          <p:nvPr/>
        </p:nvGraphicFramePr>
        <p:xfrm>
          <a:off x="7187184" y="3054096"/>
          <a:ext cx="2578608" cy="1216152"/>
        </p:xfrm>
        <a:graphic>
          <a:graphicData uri="http://schemas.openxmlformats.org/drawingml/2006/table">
            <a:tbl>
              <a:tblPr firstRow="1"/>
              <a:tblGrid>
                <a:gridCol w="804672"/>
                <a:gridCol w="429768"/>
                <a:gridCol w="429768"/>
                <a:gridCol w="457200"/>
                <a:gridCol w="457200"/>
              </a:tblGrid>
              <a:tr h="173736">
                <a:tc>
                  <a:txBody>
                    <a:bodyPr/>
                    <a:lstStyle/>
                    <a:p>
                      <a:pPr algn="ctr"/>
                      <a:r>
                        <a:rPr lang="en-US" altLang="ko-KR" dirty="0" sz="700" b="1">
                          <a:solidFill>
                            <a:srgbClr val="FFFFFF"/>
                          </a:solidFill>
                          <a:latin typeface="Arial"/>
                          <a:cs typeface="Arial"/>
                        </a:rPr>
                        <a:t>Unloader (pcs)</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solidFill>
                      <a:srgbClr val="595959"/>
                    </a:solidFill>
                  </a:tcPr>
                </a:tc>
                <a:tc>
                  <a:txBody>
                    <a:bodyPr/>
                    <a:lstStyle/>
                    <a:p>
                      <a:pPr algn="ctr"/>
                      <a:r>
                        <a:rPr lang="en-US" altLang="ko-KR" dirty="0" sz="700" b="1">
                          <a:solidFill>
                            <a:srgbClr val="FFFFFF"/>
                          </a:solidFill>
                          <a:latin typeface="Arial"/>
                          <a:cs typeface="Arial"/>
                        </a:rPr>
                        <a:t>12 Aug</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solidFill>
                      <a:srgbClr val="595959"/>
                    </a:solidFill>
                  </a:tcPr>
                </a:tc>
                <a:tc>
                  <a:txBody>
                    <a:bodyPr/>
                    <a:lstStyle/>
                    <a:p>
                      <a:pPr algn="ctr"/>
                      <a:r>
                        <a:rPr lang="en-US" altLang="ko-KR" dirty="0" sz="700" b="1">
                          <a:solidFill>
                            <a:srgbClr val="FFFFFF"/>
                          </a:solidFill>
                          <a:latin typeface="Arial"/>
                          <a:cs typeface="Arial"/>
                        </a:rPr>
                        <a:t>1 Oct</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solidFill>
                      <a:srgbClr val="595959"/>
                    </a:solidFill>
                  </a:tcPr>
                </a:tc>
                <a:tc>
                  <a:txBody>
                    <a:bodyPr/>
                    <a:lstStyle/>
                    <a:p>
                      <a:pPr algn="ctr"/>
                      <a:r>
                        <a:rPr lang="en-US" altLang="ko-KR" dirty="0" sz="700" b="1">
                          <a:solidFill>
                            <a:srgbClr val="FFFFFF"/>
                          </a:solidFill>
                          <a:latin typeface="Arial"/>
                          <a:cs typeface="Arial"/>
                        </a:rPr>
                        <a:t>2 Oct</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solidFill>
                      <a:srgbClr val="595959"/>
                    </a:solidFill>
                  </a:tcPr>
                </a:tc>
                <a:tc>
                  <a:txBody>
                    <a:bodyPr/>
                    <a:lstStyle/>
                    <a:p>
                      <a:pPr algn="ctr"/>
                      <a:r>
                        <a:rPr lang="en-US" altLang="ko-KR" dirty="0" sz="700" b="1">
                          <a:solidFill>
                            <a:srgbClr val="FFFFFF"/>
                          </a:solidFill>
                          <a:latin typeface="Arial"/>
                          <a:cs typeface="Arial"/>
                        </a:rPr>
                        <a:t>Δ</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solidFill>
                      <a:srgbClr val="595959"/>
                    </a:solidFill>
                  </a:tcPr>
                </a:tc>
              </a:tr>
              <a:tr h="173736">
                <a:tc>
                  <a:txBody>
                    <a:bodyPr/>
                    <a:lstStyle/>
                    <a:p>
                      <a:pPr algn="l"/>
                      <a:r>
                        <a:rPr lang="en-US" altLang="ko-KR" dirty="0" sz="700">
                          <a:solidFill>
                            <a:srgbClr val="262626"/>
                          </a:solidFill>
                          <a:latin typeface="Arial"/>
                          <a:cs typeface="Arial"/>
                        </a:rPr>
                        <a:t>#01 per day</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ctr"/>
                      <a:r>
                        <a:rPr lang="en-US" altLang="ko-KR" dirty="0" sz="700">
                          <a:solidFill>
                            <a:srgbClr val="262626"/>
                          </a:solidFill>
                          <a:latin typeface="Arial"/>
                          <a:cs typeface="Arial"/>
                        </a:rPr>
                        <a:t>7,881</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700">
                          <a:solidFill>
                            <a:srgbClr val="262626"/>
                          </a:solidFill>
                          <a:latin typeface="Arial"/>
                          <a:cs typeface="Arial"/>
                        </a:rPr>
                        <a:t>9,418</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700" b="1">
                          <a:solidFill>
                            <a:srgbClr val="262626"/>
                          </a:solidFill>
                          <a:latin typeface="Arial"/>
                          <a:cs typeface="Arial"/>
                        </a:rPr>
                        <a:t>9,725</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solidFill>
                      <a:srgbClr val="EAF3EC"/>
                    </a:solidFill>
                  </a:tcPr>
                </a:tc>
                <a:tc>
                  <a:txBody>
                    <a:bodyPr/>
                    <a:lstStyle/>
                    <a:p>
                      <a:pPr algn="ctr"/>
                      <a:r>
                        <a:rPr lang="en-US" altLang="ko-KR" dirty="0" sz="700" b="1">
                          <a:solidFill>
                            <a:srgbClr val="00703C"/>
                          </a:solidFill>
                          <a:latin typeface="Arial"/>
                          <a:cs typeface="Arial"/>
                        </a:rPr>
                        <a:t>+23.4%</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tcPr>
                </a:tc>
              </a:tr>
              <a:tr h="173736">
                <a:tc>
                  <a:txBody>
                    <a:bodyPr/>
                    <a:lstStyle/>
                    <a:p>
                      <a:pPr algn="l"/>
                      <a:r>
                        <a:rPr lang="en-US" altLang="ko-KR" dirty="0" sz="700">
                          <a:solidFill>
                            <a:srgbClr val="262626"/>
                          </a:solidFill>
                          <a:latin typeface="Arial"/>
                          <a:cs typeface="Arial"/>
                        </a:rPr>
                        <a:t>#01 rate/h*</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ctr"/>
                      <a:r>
                        <a:rPr lang="en-US" altLang="ko-KR" dirty="0" sz="700">
                          <a:solidFill>
                            <a:srgbClr val="262626"/>
                          </a:solidFill>
                          <a:latin typeface="Arial"/>
                          <a:cs typeface="Arial"/>
                        </a:rPr>
                        <a:t>372.1</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700">
                          <a:solidFill>
                            <a:srgbClr val="262626"/>
                          </a:solidFill>
                          <a:latin typeface="Arial"/>
                          <a:cs typeface="Arial"/>
                        </a:rPr>
                        <a:t>409.1</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700" b="1">
                          <a:solidFill>
                            <a:srgbClr val="262626"/>
                          </a:solidFill>
                          <a:latin typeface="Arial"/>
                          <a:cs typeface="Arial"/>
                        </a:rPr>
                        <a:t>412.2</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solidFill>
                      <a:srgbClr val="EAF3EC"/>
                    </a:solidFill>
                  </a:tcPr>
                </a:tc>
                <a:tc>
                  <a:txBody>
                    <a:bodyPr/>
                    <a:lstStyle/>
                    <a:p>
                      <a:pPr algn="ctr"/>
                      <a:r>
                        <a:rPr lang="en-US" altLang="ko-KR" dirty="0" sz="700" b="1">
                          <a:solidFill>
                            <a:srgbClr val="00703C"/>
                          </a:solidFill>
                          <a:latin typeface="Arial"/>
                          <a:cs typeface="Arial"/>
                        </a:rPr>
                        <a:t>+10.8%</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tcPr>
                </a:tc>
              </a:tr>
              <a:tr h="173736">
                <a:tc>
                  <a:txBody>
                    <a:bodyPr/>
                    <a:lstStyle/>
                    <a:p>
                      <a:pPr algn="l"/>
                      <a:r>
                        <a:rPr lang="en-US" altLang="ko-KR" dirty="0" sz="700">
                          <a:solidFill>
                            <a:srgbClr val="262626"/>
                          </a:solidFill>
                          <a:latin typeface="Arial"/>
                          <a:cs typeface="Arial"/>
                        </a:rPr>
                        <a:t>#01 stop hours</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ctr"/>
                      <a:r>
                        <a:rPr lang="en-US" altLang="ko-KR" dirty="0" sz="700">
                          <a:solidFill>
                            <a:srgbClr val="262626"/>
                          </a:solidFill>
                          <a:latin typeface="Arial"/>
                          <a:cs typeface="Arial"/>
                        </a:rPr>
                        <a:t>4</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700">
                          <a:solidFill>
                            <a:srgbClr val="262626"/>
                          </a:solidFill>
                          <a:latin typeface="Arial"/>
                          <a:cs typeface="Arial"/>
                        </a:rPr>
                        <a:t>2</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700" b="1">
                          <a:solidFill>
                            <a:srgbClr val="262626"/>
                          </a:solidFill>
                          <a:latin typeface="Arial"/>
                          <a:cs typeface="Arial"/>
                        </a:rPr>
                        <a:t>1</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solidFill>
                      <a:srgbClr val="EAF3EC"/>
                    </a:solidFill>
                  </a:tcPr>
                </a:tc>
                <a:tc>
                  <a:txBody>
                    <a:bodyPr/>
                    <a:lstStyle/>
                    <a:p>
                      <a:pPr algn="ctr"/>
                      <a:r>
                        <a:rPr lang="en-US" altLang="ko-KR" dirty="0" sz="700" b="1">
                          <a:solidFill>
                            <a:srgbClr val="00703C"/>
                          </a:solidFill>
                          <a:latin typeface="Arial"/>
                          <a:cs typeface="Arial"/>
                        </a:rPr>
                        <a:t>-3</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tcPr>
                </a:tc>
              </a:tr>
              <a:tr h="173736">
                <a:tc>
                  <a:txBody>
                    <a:bodyPr/>
                    <a:lstStyle/>
                    <a:p>
                      <a:pPr algn="l"/>
                      <a:r>
                        <a:rPr lang="en-US" altLang="ko-KR" dirty="0" sz="700">
                          <a:solidFill>
                            <a:srgbClr val="262626"/>
                          </a:solidFill>
                          <a:latin typeface="Arial"/>
                          <a:cs typeface="Arial"/>
                        </a:rPr>
                        <a:t>#02 per day</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ctr"/>
                      <a:r>
                        <a:rPr lang="en-US" altLang="ko-KR" dirty="0" sz="700">
                          <a:solidFill>
                            <a:srgbClr val="262626"/>
                          </a:solidFill>
                          <a:latin typeface="Arial"/>
                          <a:cs typeface="Arial"/>
                        </a:rPr>
                        <a:t>8,797</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700">
                          <a:solidFill>
                            <a:srgbClr val="262626"/>
                          </a:solidFill>
                          <a:latin typeface="Arial"/>
                          <a:cs typeface="Arial"/>
                        </a:rPr>
                        <a:t>8,031</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700" b="1">
                          <a:solidFill>
                            <a:srgbClr val="262626"/>
                          </a:solidFill>
                          <a:latin typeface="Arial"/>
                          <a:cs typeface="Arial"/>
                        </a:rPr>
                        <a:t>10,402</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solidFill>
                      <a:srgbClr val="EAF3EC"/>
                    </a:solidFill>
                  </a:tcPr>
                </a:tc>
                <a:tc>
                  <a:txBody>
                    <a:bodyPr/>
                    <a:lstStyle/>
                    <a:p>
                      <a:pPr algn="ctr"/>
                      <a:r>
                        <a:rPr lang="en-US" altLang="ko-KR" dirty="0" sz="700" b="1">
                          <a:solidFill>
                            <a:srgbClr val="00703C"/>
                          </a:solidFill>
                          <a:latin typeface="Arial"/>
                          <a:cs typeface="Arial"/>
                        </a:rPr>
                        <a:t>+18.2%</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tcPr>
                </a:tc>
              </a:tr>
              <a:tr h="173736">
                <a:tc>
                  <a:txBody>
                    <a:bodyPr/>
                    <a:lstStyle/>
                    <a:p>
                      <a:pPr algn="l"/>
                      <a:r>
                        <a:rPr lang="en-US" altLang="ko-KR" dirty="0" sz="700">
                          <a:solidFill>
                            <a:srgbClr val="262626"/>
                          </a:solidFill>
                          <a:latin typeface="Arial"/>
                          <a:cs typeface="Arial"/>
                        </a:rPr>
                        <a:t>#02 rate/h*</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ctr"/>
                      <a:r>
                        <a:rPr lang="en-US" altLang="ko-KR" dirty="0" sz="700">
                          <a:solidFill>
                            <a:srgbClr val="262626"/>
                          </a:solidFill>
                          <a:latin typeface="Arial"/>
                          <a:cs typeface="Arial"/>
                        </a:rPr>
                        <a:t>379.5</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700">
                          <a:solidFill>
                            <a:srgbClr val="262626"/>
                          </a:solidFill>
                          <a:latin typeface="Arial"/>
                          <a:cs typeface="Arial"/>
                        </a:rPr>
                        <a:t>399.6</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700" b="1">
                          <a:solidFill>
                            <a:srgbClr val="262626"/>
                          </a:solidFill>
                          <a:latin typeface="Arial"/>
                          <a:cs typeface="Arial"/>
                        </a:rPr>
                        <a:t>441.4</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solidFill>
                      <a:srgbClr val="EAF3EC"/>
                    </a:solidFill>
                  </a:tcPr>
                </a:tc>
                <a:tc>
                  <a:txBody>
                    <a:bodyPr/>
                    <a:lstStyle/>
                    <a:p>
                      <a:pPr algn="ctr"/>
                      <a:r>
                        <a:rPr lang="en-US" altLang="ko-KR" dirty="0" sz="700" b="1">
                          <a:solidFill>
                            <a:srgbClr val="00703C"/>
                          </a:solidFill>
                          <a:latin typeface="Arial"/>
                          <a:cs typeface="Arial"/>
                        </a:rPr>
                        <a:t>+16.3%</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tcPr>
                </a:tc>
              </a:tr>
              <a:tr h="173736">
                <a:tc>
                  <a:txBody>
                    <a:bodyPr/>
                    <a:lstStyle/>
                    <a:p>
                      <a:pPr algn="l"/>
                      <a:r>
                        <a:rPr lang="en-US" altLang="ko-KR" dirty="0" sz="700">
                          <a:solidFill>
                            <a:srgbClr val="262626"/>
                          </a:solidFill>
                          <a:latin typeface="Arial"/>
                          <a:cs typeface="Arial"/>
                        </a:rPr>
                        <a:t>Line per day</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solidFill>
                      <a:srgbClr val="F2F2F2"/>
                    </a:solidFill>
                  </a:tcPr>
                </a:tc>
                <a:tc>
                  <a:txBody>
                    <a:bodyPr/>
                    <a:lstStyle/>
                    <a:p>
                      <a:pPr algn="ctr"/>
                      <a:r>
                        <a:rPr lang="en-US" altLang="ko-KR" dirty="0" sz="700">
                          <a:solidFill>
                            <a:srgbClr val="262626"/>
                          </a:solidFill>
                          <a:latin typeface="Arial"/>
                          <a:cs typeface="Arial"/>
                        </a:rPr>
                        <a:t>16,678</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700">
                          <a:solidFill>
                            <a:srgbClr val="262626"/>
                          </a:solidFill>
                          <a:latin typeface="Arial"/>
                          <a:cs typeface="Arial"/>
                        </a:rPr>
                        <a:t>17,449</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tcPr>
                </a:tc>
                <a:tc>
                  <a:txBody>
                    <a:bodyPr/>
                    <a:lstStyle/>
                    <a:p>
                      <a:pPr algn="ctr"/>
                      <a:r>
                        <a:rPr lang="en-US" altLang="ko-KR" dirty="0" sz="700" b="1">
                          <a:solidFill>
                            <a:srgbClr val="262626"/>
                          </a:solidFill>
                          <a:latin typeface="Arial"/>
                          <a:cs typeface="Arial"/>
                        </a:rPr>
                        <a:t>20,127</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solidFill>
                      <a:srgbClr val="EAF3EC"/>
                    </a:solidFill>
                  </a:tcPr>
                </a:tc>
                <a:tc>
                  <a:txBody>
                    <a:bodyPr/>
                    <a:lstStyle/>
                    <a:p>
                      <a:pPr algn="ctr"/>
                      <a:r>
                        <a:rPr lang="en-US" altLang="ko-KR" dirty="0" sz="700" b="1">
                          <a:solidFill>
                            <a:srgbClr val="00703C"/>
                          </a:solidFill>
                          <a:latin typeface="Arial"/>
                          <a:cs typeface="Arial"/>
                        </a:rPr>
                        <a:t>+20.7%</a:t>
                      </a:r>
                    </a:p>
                  </a:txBody>
                  <a:tcPr marL="27432" marR="27432" marT="18288" marB="18288" anchor="ctr">
                    <a:lnL w="6350">
                      <a:solidFill>
                        <a:srgbClr val="BFBFBF"/>
                      </a:solidFill>
                    </a:lnL>
                    <a:lnR w="6350">
                      <a:solidFill>
                        <a:srgbClr val="BFBFBF"/>
                      </a:solidFill>
                    </a:lnR>
                    <a:lnT w="6350">
                      <a:solidFill>
                        <a:srgbClr val="BFBFBF"/>
                      </a:solidFill>
                    </a:lnT>
                    <a:lnB w="6350">
                      <a:solidFill>
                        <a:srgbClr val="BFBFBF"/>
                      </a:solidFill>
                    </a:lnB>
                  </a:tcPr>
                </a:tc>
              </a:tr>
            </a:tbl>
          </a:graphicData>
        </a:graphic>
      </p:graphicFrame>
      <p:sp>
        <p:nvSpPr>
          <p:cNvPr id="302" name="Source note"/>
          <p:cNvSpPr txBox="1"/>
          <p:nvPr/>
        </p:nvSpPr>
        <p:spPr>
          <a:xfrm>
            <a:off x="7223760" y="6217920"/>
            <a:ext cx="2523744" cy="384048"/>
          </a:xfrm>
          <a:prstGeom prst="rect">
            <a:avLst/>
          </a:prstGeom>
          <a:noFill/>
        </p:spPr>
        <p:txBody>
          <a:bodyPr wrap="square" lIns="0" tIns="0" rIns="0" bIns="0"/>
          <a:lstStyle/>
          <a:p>
            <a:pPr algn="l">
              <a:buNone/>
            </a:pPr>
            <a:r>
              <a:rPr lang="en-US" altLang="ko-KR" dirty="0" sz="650">
                <a:solidFill>
                  <a:srgbClr val="7F7F7F"/>
                </a:solidFill>
              </a:rPr>
              <a:t>* Run rate = average of hours without stops. Δ = 2 Oct vs 12 Aug. Source: hourly production report, TOP TLA Line 1. 1 Oct ran a tightly controlled material (05-07 h estimated). Results reflect all updates combined.</a:t>
            </a:r>
          </a:p>
        </p:txBody>
      </p:sp>
      <p:sp>
        <p:nvSpPr>
          <p:cNvPr id="401" name="Added box 401"/>
          <p:cNvSpPr/>
          <p:nvPr/>
        </p:nvSpPr>
        <p:spPr>
          <a:xfrm>
            <a:off x="201168" y="3721608"/>
            <a:ext cx="2926080" cy="164592"/>
          </a:xfrm>
          <a:prstGeom prst="rect">
            <a:avLst/>
          </a:prstGeom>
          <a:solidFill>
            <a:srgbClr val="FFFFFF"/>
          </a:solidFill>
          <a:ln w="6350">
            <a:noFill/>
          </a:ln>
        </p:spPr>
        <p:txBody>
          <a:bodyPr wrap="square" lIns="36000" tIns="18000" rIns="36000" bIns="18000" anchor="ctr"/>
          <a:lstStyle/>
          <a:p>
            <a:pPr algn="l"/>
            <a:r>
              <a:rPr lang="en-US" altLang="ko-KR" dirty="0" sz="800" b="1">
                <a:solidFill>
                  <a:srgbClr val="595959"/>
                </a:solidFill>
                <a:latin typeface="Arial"/>
                <a:cs typeface="Arial"/>
              </a:rPr>
              <a:t>Baseline before the guards</a:t>
            </a:r>
          </a:p>
        </p:txBody>
      </p:sp>
      <p:sp>
        <p:nvSpPr>
          <p:cNvPr id="402" name="Added box 402"/>
          <p:cNvSpPr/>
          <p:nvPr/>
        </p:nvSpPr>
        <p:spPr>
          <a:xfrm>
            <a:off x="201168" y="3904488"/>
            <a:ext cx="914400" cy="457200"/>
          </a:xfrm>
          <a:prstGeom prst="roundRect">
            <a:avLst>
              <a:gd name="adj" fmla="val 12000"/>
            </a:avLst>
          </a:prstGeom>
          <a:solidFill>
            <a:srgbClr val="F2F2F2"/>
          </a:solidFill>
          <a:ln w="6350">
            <a:solidFill>
              <a:srgbClr val="BFBFBF"/>
            </a:solidFill>
          </a:ln>
        </p:spPr>
        <p:txBody>
          <a:bodyPr wrap="square" lIns="36000" tIns="18000" rIns="36000" bIns="18000" anchor="ctr"/>
          <a:lstStyle/>
          <a:p>
            <a:pPr algn="ctr"/>
            <a:r>
              <a:rPr lang="en-US" altLang="ko-KR" dirty="0" sz="1100" b="1">
                <a:solidFill>
                  <a:srgbClr val="A50034"/>
                </a:solidFill>
                <a:latin typeface="Arial"/>
                <a:cs typeface="Arial"/>
              </a:rPr>
              <a:t>Nearly all</a:t>
            </a:r>
          </a:p>
          <a:p>
            <a:pPr algn="ctr"/>
            <a:r>
              <a:rPr lang="en-US" altLang="ko-KR" dirty="0" sz="700">
                <a:solidFill>
                  <a:srgbClr val="404040"/>
                </a:solidFill>
                <a:latin typeface="Arial"/>
                <a:cs typeface="Arial"/>
              </a:rPr>
              <a:t>pallets w/o pos. 12</a:t>
            </a:r>
          </a:p>
        </p:txBody>
      </p:sp>
      <p:sp>
        <p:nvSpPr>
          <p:cNvPr id="403" name="Added box 403"/>
          <p:cNvSpPr/>
          <p:nvPr/>
        </p:nvSpPr>
        <p:spPr>
          <a:xfrm>
            <a:off x="1188720" y="3904488"/>
            <a:ext cx="914400" cy="457200"/>
          </a:xfrm>
          <a:prstGeom prst="roundRect">
            <a:avLst>
              <a:gd name="adj" fmla="val 12000"/>
            </a:avLst>
          </a:prstGeom>
          <a:solidFill>
            <a:srgbClr val="F2F2F2"/>
          </a:solidFill>
          <a:ln w="6350">
            <a:solidFill>
              <a:srgbClr val="BFBFBF"/>
            </a:solidFill>
          </a:ln>
        </p:spPr>
        <p:txBody>
          <a:bodyPr wrap="square" lIns="36000" tIns="18000" rIns="36000" bIns="18000" anchor="ctr"/>
          <a:lstStyle/>
          <a:p>
            <a:pPr algn="ctr"/>
            <a:r>
              <a:rPr lang="en-US" altLang="ko-KR" dirty="0" sz="1100" b="1">
                <a:solidFill>
                  <a:srgbClr val="A50034"/>
                </a:solidFill>
                <a:latin typeface="Arial"/>
                <a:cs typeface="Arial"/>
              </a:rPr>
              <a:t>24-36</a:t>
            </a:r>
          </a:p>
          <a:p>
            <a:pPr algn="ctr"/>
            <a:r>
              <a:rPr lang="en-US" altLang="ko-KR" dirty="0" sz="700">
                <a:solidFill>
                  <a:srgbClr val="404040"/>
                </a:solidFill>
                <a:latin typeface="Arial"/>
                <a:cs typeface="Arial"/>
              </a:rPr>
              <a:t>1211 alarms / 12 h</a:t>
            </a:r>
          </a:p>
        </p:txBody>
      </p:sp>
      <p:sp>
        <p:nvSpPr>
          <p:cNvPr id="404" name="Added box 404"/>
          <p:cNvSpPr/>
          <p:nvPr/>
        </p:nvSpPr>
        <p:spPr>
          <a:xfrm>
            <a:off x="2176272" y="3904488"/>
            <a:ext cx="914400" cy="457200"/>
          </a:xfrm>
          <a:prstGeom prst="roundRect">
            <a:avLst>
              <a:gd name="adj" fmla="val 12000"/>
            </a:avLst>
          </a:prstGeom>
          <a:solidFill>
            <a:srgbClr val="F2F2F2"/>
          </a:solidFill>
          <a:ln w="6350">
            <a:solidFill>
              <a:srgbClr val="BFBFBF"/>
            </a:solidFill>
          </a:ln>
        </p:spPr>
        <p:txBody>
          <a:bodyPr wrap="square" lIns="36000" tIns="18000" rIns="36000" bIns="18000" anchor="ctr"/>
          <a:lstStyle/>
          <a:p>
            <a:pPr algn="ctr"/>
            <a:r>
              <a:rPr lang="en-US" altLang="ko-KR" dirty="0" sz="1100" b="1">
                <a:solidFill>
                  <a:srgbClr val="A50034"/>
                </a:solidFill>
                <a:latin typeface="Arial"/>
                <a:cs typeface="Arial"/>
              </a:rPr>
              <a:t>4 h</a:t>
            </a:r>
          </a:p>
          <a:p>
            <a:pPr algn="ctr"/>
            <a:r>
              <a:rPr lang="en-US" altLang="ko-KR" dirty="0" sz="700">
                <a:solidFill>
                  <a:srgbClr val="404040"/>
                </a:solidFill>
                <a:latin typeface="Arial"/>
                <a:cs typeface="Arial"/>
              </a:rPr>
              <a:t>#01 stops, 12 Aug</a:t>
            </a:r>
          </a:p>
        </p:txBody>
      </p:sp>
      <p:sp>
        <p:nvSpPr>
          <p:cNvPr id="405" name="Added box 405"/>
          <p:cNvSpPr/>
          <p:nvPr/>
        </p:nvSpPr>
        <p:spPr>
          <a:xfrm>
            <a:off x="3310128" y="3246120"/>
            <a:ext cx="2011680" cy="182880"/>
          </a:xfrm>
          <a:prstGeom prst="rect">
            <a:avLst/>
          </a:prstGeom>
          <a:solidFill>
            <a:srgbClr val="FFFFFF"/>
          </a:solidFill>
          <a:ln w="6350">
            <a:noFill/>
          </a:ln>
        </p:spPr>
        <p:txBody>
          <a:bodyPr wrap="square" lIns="36000" tIns="18000" rIns="36000" bIns="18000" anchor="ctr"/>
          <a:lstStyle/>
          <a:p>
            <a:pPr algn="l"/>
            <a:r>
              <a:rPr lang="en-US" altLang="ko-KR" dirty="0" sz="800" b="1">
                <a:solidFill>
                  <a:srgbClr val="595959"/>
                </a:solidFill>
                <a:latin typeface="Arial"/>
                <a:cs typeface="Arial"/>
              </a:rPr>
              <a:t>Last piece of the pallet (pos. 12)</a:t>
            </a:r>
          </a:p>
        </p:txBody>
      </p:sp>
      <p:sp>
        <p:nvSpPr>
          <p:cNvPr id="406" name="Added box 406"/>
          <p:cNvSpPr/>
          <p:nvPr/>
        </p:nvSpPr>
        <p:spPr>
          <a:xfrm>
            <a:off x="3346704" y="3465576"/>
            <a:ext cx="1938528" cy="329184"/>
          </a:xfrm>
          <a:prstGeom prst="roundRect">
            <a:avLst>
              <a:gd name="adj" fmla="val 12000"/>
            </a:avLst>
          </a:prstGeom>
          <a:solidFill>
            <a:srgbClr val="F2F2F2"/>
          </a:solidFill>
          <a:ln w="6350">
            <a:solidFill>
              <a:srgbClr val="BFBFBF"/>
            </a:solidFill>
          </a:ln>
        </p:spPr>
        <p:txBody>
          <a:bodyPr wrap="square" lIns="36000" tIns="18000" rIns="36000" bIns="18000" anchor="ctr"/>
          <a:lstStyle/>
          <a:p>
            <a:pPr algn="ctr"/>
            <a:r>
              <a:rPr lang="en-US" altLang="ko-KR" dirty="0" sz="800" b="1">
                <a:solidFill>
                  <a:srgbClr val="404040"/>
                </a:solidFill>
                <a:latin typeface="Arial"/>
                <a:cs typeface="Arial"/>
              </a:rPr>
              <a:t>Read index of palletResultCopy</a:t>
            </a:r>
          </a:p>
        </p:txBody>
      </p:sp>
      <p:cxnSp>
        <p:nvCxnSpPr>
          <p:cNvPr id="407" name="Arrow 407"/>
          <p:cNvCxnSpPr/>
          <p:nvPr/>
        </p:nvCxnSpPr>
        <p:spPr>
          <a:xfrm>
            <a:off x="4315968" y="3794760"/>
            <a:ext cx="0" cy="100584"/>
          </a:xfrm>
          <a:prstGeom prst="straightConnector1">
            <a:avLst/>
          </a:prstGeom>
          <a:ln w="12700">
            <a:solidFill>
              <a:srgbClr val="7F7F7F"/>
            </a:solidFill>
            <a:tailEnd type="triangle" w="sm" len="sm"/>
          </a:ln>
        </p:spPr>
      </p:cxnSp>
      <p:sp>
        <p:nvSpPr>
          <p:cNvPr id="408" name="Added box 408"/>
          <p:cNvSpPr/>
          <p:nvPr/>
        </p:nvSpPr>
        <p:spPr>
          <a:xfrm>
            <a:off x="3346704" y="3895344"/>
            <a:ext cx="1938528" cy="329184"/>
          </a:xfrm>
          <a:prstGeom prst="roundRect">
            <a:avLst>
              <a:gd name="adj" fmla="val 12000"/>
            </a:avLst>
          </a:prstGeom>
          <a:solidFill>
            <a:srgbClr val="A50034"/>
          </a:solidFill>
          <a:ln w="6350">
            <a:noFill/>
          </a:ln>
        </p:spPr>
        <p:txBody>
          <a:bodyPr wrap="square" lIns="36000" tIns="18000" rIns="36000" bIns="18000" anchor="ctr"/>
          <a:lstStyle/>
          <a:p>
            <a:pPr algn="ctr"/>
            <a:r>
              <a:rPr lang="en-US" altLang="ko-KR" dirty="0" sz="800" b="1">
                <a:solidFill>
                  <a:srgbClr val="FFFFFF"/>
                </a:solidFill>
                <a:latin typeface="Arial"/>
                <a:cs typeface="Arial"/>
              </a:rPr>
              <a:t>Index guard: is it in range?</a:t>
            </a:r>
          </a:p>
          <a:p>
            <a:pPr algn="ctr"/>
            <a:r>
              <a:rPr lang="en-US" altLang="ko-KR" dirty="0" sz="650">
                <a:solidFill>
                  <a:srgbClr val="FFFFFF"/>
                </a:solidFill>
                <a:latin typeface="Arial"/>
                <a:cs typeface="Arial"/>
              </a:rPr>
              <a:t>21 guards in GantryForm.cs</a:t>
            </a:r>
          </a:p>
        </p:txBody>
      </p:sp>
      <p:cxnSp>
        <p:nvCxnSpPr>
          <p:cNvPr id="409" name="Arrow 409"/>
          <p:cNvCxnSpPr/>
          <p:nvPr/>
        </p:nvCxnSpPr>
        <p:spPr>
          <a:xfrm>
            <a:off x="4315968" y="4224528"/>
            <a:ext cx="0" cy="100584"/>
          </a:xfrm>
          <a:prstGeom prst="straightConnector1">
            <a:avLst/>
          </a:prstGeom>
          <a:ln w="12700">
            <a:solidFill>
              <a:srgbClr val="7F7F7F"/>
            </a:solidFill>
            <a:tailEnd type="triangle" w="sm" len="sm"/>
          </a:ln>
        </p:spPr>
      </p:cxnSp>
      <p:sp>
        <p:nvSpPr>
          <p:cNvPr id="410" name="Added box 410"/>
          <p:cNvSpPr/>
          <p:nvPr/>
        </p:nvSpPr>
        <p:spPr>
          <a:xfrm>
            <a:off x="3346704" y="4325112"/>
            <a:ext cx="1938528" cy="329184"/>
          </a:xfrm>
          <a:prstGeom prst="roundRect">
            <a:avLst>
              <a:gd name="adj" fmla="val 12000"/>
            </a:avLst>
          </a:prstGeom>
          <a:solidFill>
            <a:srgbClr val="F2F2F2"/>
          </a:solidFill>
          <a:ln w="6350">
            <a:solidFill>
              <a:srgbClr val="BFBFBF"/>
            </a:solidFill>
          </a:ln>
        </p:spPr>
        <p:txBody>
          <a:bodyPr wrap="square" lIns="36000" tIns="18000" rIns="36000" bIns="18000" anchor="ctr"/>
          <a:lstStyle/>
          <a:p>
            <a:pPr algn="ctr"/>
            <a:r>
              <a:rPr lang="en-US" altLang="ko-KR" dirty="0" sz="800" b="1">
                <a:solidFill>
                  <a:srgbClr val="404040"/>
                </a:solidFill>
                <a:latin typeface="Arial"/>
                <a:cs typeface="Arial"/>
              </a:rPr>
              <a:t>In range → piece processed</a:t>
            </a:r>
          </a:p>
          <a:p>
            <a:pPr algn="ctr"/>
            <a:r>
              <a:rPr lang="en-US" altLang="ko-KR" dirty="0" sz="650">
                <a:solidFill>
                  <a:srgbClr val="404040"/>
                </a:solidFill>
                <a:latin typeface="Arial"/>
                <a:cs typeface="Arial"/>
              </a:rPr>
              <a:t>Out of range → handled + logged</a:t>
            </a:r>
          </a:p>
        </p:txBody>
      </p:sp>
      <p:cxnSp>
        <p:nvCxnSpPr>
          <p:cNvPr id="411" name="Arrow 411"/>
          <p:cNvCxnSpPr/>
          <p:nvPr/>
        </p:nvCxnSpPr>
        <p:spPr>
          <a:xfrm>
            <a:off x="4315968" y="4654296"/>
            <a:ext cx="0" cy="100584"/>
          </a:xfrm>
          <a:prstGeom prst="straightConnector1">
            <a:avLst/>
          </a:prstGeom>
          <a:ln w="12700">
            <a:solidFill>
              <a:srgbClr val="7F7F7F"/>
            </a:solidFill>
            <a:tailEnd type="triangle" w="sm" len="sm"/>
          </a:ln>
        </p:spPr>
      </p:cxnSp>
      <p:sp>
        <p:nvSpPr>
          <p:cNvPr id="412" name="Added box 412"/>
          <p:cNvSpPr/>
          <p:nvPr/>
        </p:nvSpPr>
        <p:spPr>
          <a:xfrm>
            <a:off x="3346704" y="4754880"/>
            <a:ext cx="1938528" cy="329184"/>
          </a:xfrm>
          <a:prstGeom prst="roundRect">
            <a:avLst>
              <a:gd name="adj" fmla="val 12000"/>
            </a:avLst>
          </a:prstGeom>
          <a:solidFill>
            <a:srgbClr val="F2F2F2"/>
          </a:solidFill>
          <a:ln w="6350">
            <a:solidFill>
              <a:srgbClr val="BFBFBF"/>
            </a:solidFill>
          </a:ln>
        </p:spPr>
        <p:txBody>
          <a:bodyPr wrap="square" lIns="36000" tIns="18000" rIns="36000" bIns="18000" anchor="ctr"/>
          <a:lstStyle/>
          <a:p>
            <a:pPr algn="ctr"/>
            <a:r>
              <a:rPr lang="en-US" altLang="ko-KR" dirty="0" sz="800" b="1">
                <a:solidFill>
                  <a:srgbClr val="404040"/>
                </a:solidFill>
                <a:latin typeface="Arial"/>
                <a:cs typeface="Arial"/>
              </a:rPr>
              <a:t>Piece reported</a:t>
            </a:r>
          </a:p>
          <a:p>
            <a:pPr algn="ctr"/>
            <a:r>
              <a:rPr lang="en-US" altLang="ko-KR" dirty="0" sz="650">
                <a:solidFill>
                  <a:srgbClr val="404040"/>
                </a:solidFill>
                <a:latin typeface="Arial"/>
                <a:cs typeface="Arial"/>
              </a:rPr>
              <a:t>flowchart node completes</a:t>
            </a:r>
          </a:p>
        </p:txBody>
      </p:sp>
      <p:cxnSp>
        <p:nvCxnSpPr>
          <p:cNvPr id="413" name="Arrow 413"/>
          <p:cNvCxnSpPr/>
          <p:nvPr/>
        </p:nvCxnSpPr>
        <p:spPr>
          <a:xfrm>
            <a:off x="4315968" y="5084064"/>
            <a:ext cx="0" cy="100584"/>
          </a:xfrm>
          <a:prstGeom prst="straightConnector1">
            <a:avLst/>
          </a:prstGeom>
          <a:ln w="12700">
            <a:solidFill>
              <a:srgbClr val="7F7F7F"/>
            </a:solidFill>
            <a:tailEnd type="triangle" w="sm" len="sm"/>
          </a:ln>
        </p:spPr>
      </p:cxnSp>
      <p:sp>
        <p:nvSpPr>
          <p:cNvPr id="414" name="Added box 414"/>
          <p:cNvSpPr/>
          <p:nvPr/>
        </p:nvSpPr>
        <p:spPr>
          <a:xfrm>
            <a:off x="3346704" y="5184648"/>
            <a:ext cx="1938528" cy="329184"/>
          </a:xfrm>
          <a:prstGeom prst="roundRect">
            <a:avLst>
              <a:gd name="adj" fmla="val 12000"/>
            </a:avLst>
          </a:prstGeom>
          <a:solidFill>
            <a:srgbClr val="00703C"/>
          </a:solidFill>
          <a:ln w="6350">
            <a:noFill/>
          </a:ln>
        </p:spPr>
        <p:txBody>
          <a:bodyPr wrap="square" lIns="36000" tIns="18000" rIns="36000" bIns="18000" anchor="ctr"/>
          <a:lstStyle/>
          <a:p>
            <a:pPr algn="ctr"/>
            <a:r>
              <a:rPr lang="en-US" altLang="ko-KR" dirty="0" sz="800" b="1">
                <a:solidFill>
                  <a:srgbClr val="FFFFFF"/>
                </a:solidFill>
                <a:latin typeface="Arial"/>
                <a:cs typeface="Arial"/>
              </a:rPr>
              <a:t>Pallet released complete</a:t>
            </a:r>
          </a:p>
        </p:txBody>
      </p:sp>
    </p:spTree>
    <p:extLst>
      <p:ext uri="{BB962C8B-B14F-4D97-AF65-F5344CB8AC3E}">
        <p14:creationId xmlns:p14="http://schemas.microsoft.com/office/powerpoint/2010/main" val="4055971772"/>
      </p:ext>
    </p:extLst>
  </p:cSld>
  <p:clrMapOvr>
    <a:masterClrMapping/>
  </p:clrMapOvr>
</p:sld>
</file>

<file path=ppt/theme/theme1.xml><?xml version="1.0" encoding="utf-8"?>
<a:theme xmlns:a="http://schemas.openxmlformats.org/drawingml/2006/main" name="3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895</TotalTime>
  <Words>299</Words>
  <Application>Microsoft Office PowerPoint</Application>
  <PresentationFormat>A4 Paper (210x297 mm)</PresentationFormat>
  <Paragraphs>54</Paragraphs>
  <Slides>1</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vt:i4>
      </vt:variant>
    </vt:vector>
  </HeadingPairs>
  <TitlesOfParts>
    <vt:vector size="12" baseType="lpstr">
      <vt:lpstr>LG스마트체 Regular</vt:lpstr>
      <vt:lpstr>LG스마트체 SemiBold</vt:lpstr>
      <vt:lpstr>LG스마트체2.0 Bold</vt:lpstr>
      <vt:lpstr>가는둥근제목체</vt:lpstr>
      <vt:lpstr>맑은 고딕</vt:lpstr>
      <vt:lpstr>바탕</vt:lpstr>
      <vt:lpstr>Arial</vt:lpstr>
      <vt:lpstr>Arial Narrow</vt:lpstr>
      <vt:lpstr>Times New Roman</vt:lpstr>
      <vt:lpstr>Wingdings</vt:lpstr>
      <vt:lpstr>3_Office 테마</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haeyun Jeong(정해윤)</dc:creator>
  <cp:lastModifiedBy>Saul Rodriguez Garduno</cp:lastModifiedBy>
  <cp:revision>53</cp:revision>
  <dcterms:created xsi:type="dcterms:W3CDTF">2024-01-23T23:13:38Z</dcterms:created>
  <dcterms:modified xsi:type="dcterms:W3CDTF">2026-09-19T02:09:13Z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9b8a968-831d-4cfc-b1f9-4367a1331151_Enabled">
    <vt:lpwstr>true</vt:lpwstr>
  </property>
  <property fmtid="{D5CDD505-2E9C-101B-9397-08002B2CF9AE}" pid="3" name="MSIP_Label_99b8a968-831d-4cfc-b1f9-4367a1331151_SetDate">
    <vt:lpwstr>2024-05-04T19:05:14Z</vt:lpwstr>
  </property>
  <property fmtid="{D5CDD505-2E9C-101B-9397-08002B2CF9AE}" pid="4" name="MSIP_Label_99b8a968-831d-4cfc-b1f9-4367a1331151_Method">
    <vt:lpwstr>Privileged</vt:lpwstr>
  </property>
  <property fmtid="{D5CDD505-2E9C-101B-9397-08002B2CF9AE}" pid="5" name="MSIP_Label_99b8a968-831d-4cfc-b1f9-4367a1331151_Name">
    <vt:lpwstr>Confidential</vt:lpwstr>
  </property>
  <property fmtid="{D5CDD505-2E9C-101B-9397-08002B2CF9AE}" pid="6" name="MSIP_Label_99b8a968-831d-4cfc-b1f9-4367a1331151_SiteId">
    <vt:lpwstr>e6c7989d-a5fe-4b7b-a335-3288406db2fd</vt:lpwstr>
  </property>
  <property fmtid="{D5CDD505-2E9C-101B-9397-08002B2CF9AE}" pid="7" name="MSIP_Label_99b8a968-831d-4cfc-b1f9-4367a1331151_ActionId">
    <vt:lpwstr>66310290-fea6-40d2-83bd-c8b58c1b5aea</vt:lpwstr>
  </property>
  <property fmtid="{D5CDD505-2E9C-101B-9397-08002B2CF9AE}" pid="8" name="MSIP_Label_99b8a968-831d-4cfc-b1f9-4367a1331151_ContentBits">
    <vt:lpwstr>3</vt:lpwstr>
  </property>
</Properties>
</file>